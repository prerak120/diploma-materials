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612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EB1F3-EEEF-4F5C-BFE7-61F587F7B9CC}" type="datetimeFigureOut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A1129-B9FC-49CA-8F3D-7E9AFD559BA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EB1F3-EEEF-4F5C-BFE7-61F587F7B9CC}" type="datetimeFigureOut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A1129-B9FC-49CA-8F3D-7E9AFD559BA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EB1F3-EEEF-4F5C-BFE7-61F587F7B9CC}" type="datetimeFigureOut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A1129-B9FC-49CA-8F3D-7E9AFD559BA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EB1F3-EEEF-4F5C-BFE7-61F587F7B9CC}" type="datetimeFigureOut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A1129-B9FC-49CA-8F3D-7E9AFD559BA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EB1F3-EEEF-4F5C-BFE7-61F587F7B9CC}" type="datetimeFigureOut">
              <a:rPr lang="en-US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A1129-B9FC-49CA-8F3D-7E9AFD559BA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EB1F3-EEEF-4F5C-BFE7-61F587F7B9CC}" type="datetimeFigureOut">
              <a:rPr lang="en-US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A1129-B9FC-49CA-8F3D-7E9AFD559BA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EB1F3-EEEF-4F5C-BFE7-61F587F7B9CC}" type="datetimeFigureOut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A1129-B9FC-49CA-8F3D-7E9AFD559BA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EB1F3-EEEF-4F5C-BFE7-61F587F7B9CC}" type="datetimeFigureOut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A1129-B9FC-49CA-8F3D-7E9AFD559BA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EB1F3-EEEF-4F5C-BFE7-61F587F7B9CC}" type="datetimeFigureOut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A1129-B9FC-49CA-8F3D-7E9AFD559BA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EB1F3-EEEF-4F5C-BFE7-61F587F7B9CC}" type="datetimeFigureOut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A1129-B9FC-49CA-8F3D-7E9AFD559BA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EB1F3-EEEF-4F5C-BFE7-61F587F7B9CC}" type="datetimeFigureOut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A1129-B9FC-49CA-8F3D-7E9AFD559BA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FEB1F3-EEEF-4F5C-BFE7-61F587F7B9CC}" type="datetimeFigureOut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A1129-B9FC-49CA-8F3D-7E9AFD559BAD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8800" b="1" dirty="0" smtClean="0">
                <a:solidFill>
                  <a:srgbClr val="00B050"/>
                </a:solidFill>
              </a:rPr>
              <a:t>ONE WORD SUBSTITUTION</a:t>
            </a:r>
            <a:endParaRPr lang="en-IN" sz="8800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17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 </a:t>
            </a:r>
            <a:r>
              <a:rPr lang="en-IN" sz="2800" dirty="0"/>
              <a:t>A person leaving his native country to settle in another – </a:t>
            </a:r>
            <a:r>
              <a:rPr lang="en-IN" sz="2800" b="1" dirty="0">
                <a:solidFill>
                  <a:schemeClr val="accent2"/>
                </a:solidFill>
              </a:rPr>
              <a:t>Emigrant </a:t>
            </a:r>
            <a:endParaRPr lang="en-IN" sz="2800" b="1" dirty="0">
              <a:solidFill>
                <a:schemeClr val="accent2"/>
              </a:solidFill>
            </a:endParaRPr>
          </a:p>
          <a:p>
            <a:r>
              <a:rPr lang="en-IN" sz="2800" dirty="0"/>
              <a:t>A person coming to a foreign land to settle there – </a:t>
            </a:r>
            <a:r>
              <a:rPr lang="en-IN" sz="2800" b="1" dirty="0">
                <a:solidFill>
                  <a:schemeClr val="accent2"/>
                </a:solidFill>
              </a:rPr>
              <a:t>Immigrant </a:t>
            </a:r>
            <a:endParaRPr lang="en-IN" sz="2800" b="1" dirty="0">
              <a:solidFill>
                <a:schemeClr val="accent2"/>
              </a:solidFill>
            </a:endParaRPr>
          </a:p>
          <a:p>
            <a:r>
              <a:rPr lang="en-IN" sz="2800" dirty="0"/>
              <a:t>A person living in a foreign country – </a:t>
            </a:r>
            <a:r>
              <a:rPr lang="en-IN" sz="2800" b="1" dirty="0">
                <a:solidFill>
                  <a:schemeClr val="accent2"/>
                </a:solidFill>
              </a:rPr>
              <a:t>Alien/foreigner </a:t>
            </a:r>
            <a:endParaRPr lang="en-IN" sz="2800" b="1" dirty="0">
              <a:solidFill>
                <a:schemeClr val="accent2"/>
              </a:solidFill>
            </a:endParaRPr>
          </a:p>
          <a:p>
            <a:r>
              <a:rPr lang="en-IN" sz="2800" dirty="0"/>
              <a:t>A person who is voluntarily absent from home or country – </a:t>
            </a:r>
            <a:r>
              <a:rPr lang="en-IN" sz="2800" b="1" dirty="0">
                <a:solidFill>
                  <a:schemeClr val="accent2"/>
                </a:solidFill>
              </a:rPr>
              <a:t>expatriate</a:t>
            </a:r>
            <a:r>
              <a:rPr lang="en-IN" sz="2800" dirty="0"/>
              <a:t> 	</a:t>
            </a:r>
            <a:endParaRPr lang="en-IN" sz="2800" dirty="0"/>
          </a:p>
          <a:p>
            <a:r>
              <a:rPr lang="en-IN" sz="2800" dirty="0"/>
              <a:t>A person looking only to the bright side of things- </a:t>
            </a:r>
            <a:r>
              <a:rPr lang="en-IN" sz="2800" b="1" dirty="0">
                <a:solidFill>
                  <a:schemeClr val="accent2"/>
                </a:solidFill>
              </a:rPr>
              <a:t>Optimist </a:t>
            </a:r>
            <a:endParaRPr lang="en-IN" sz="2800" b="1" dirty="0">
              <a:solidFill>
                <a:schemeClr val="accent2"/>
              </a:solidFill>
            </a:endParaRPr>
          </a:p>
          <a:p>
            <a:r>
              <a:rPr lang="en-IN" sz="2800" dirty="0"/>
              <a:t>A person looking only to the dark side of things – </a:t>
            </a:r>
            <a:r>
              <a:rPr lang="en-IN" sz="2800" b="1" dirty="0">
                <a:solidFill>
                  <a:schemeClr val="accent2"/>
                </a:solidFill>
              </a:rPr>
              <a:t>Pessimist</a:t>
            </a:r>
            <a:r>
              <a:rPr lang="en-IN" sz="2800" dirty="0"/>
              <a:t> 	</a:t>
            </a:r>
            <a:endParaRPr lang="en-IN" sz="2800" dirty="0"/>
          </a:p>
          <a:p>
            <a:r>
              <a:rPr lang="en-IN" sz="2800" dirty="0"/>
              <a:t>A person giving up his faith – </a:t>
            </a:r>
            <a:r>
              <a:rPr lang="en-IN" sz="2800" b="1" dirty="0">
                <a:solidFill>
                  <a:schemeClr val="accent2"/>
                </a:solidFill>
              </a:rPr>
              <a:t>Apostate</a:t>
            </a:r>
            <a:r>
              <a:rPr lang="en-IN" sz="2800" dirty="0"/>
              <a:t>, </a:t>
            </a:r>
            <a:r>
              <a:rPr lang="en-IN" sz="2800" b="1" dirty="0">
                <a:solidFill>
                  <a:schemeClr val="accent2"/>
                </a:solidFill>
              </a:rPr>
              <a:t>Renegade </a:t>
            </a:r>
            <a:endParaRPr lang="en-IN" sz="2800" b="1" dirty="0">
              <a:solidFill>
                <a:schemeClr val="accent2"/>
              </a:solidFill>
            </a:endParaRPr>
          </a:p>
          <a:p>
            <a:r>
              <a:rPr lang="en-IN" sz="2800" dirty="0"/>
              <a:t>A person who always doubts – </a:t>
            </a:r>
            <a:r>
              <a:rPr lang="en-IN" sz="2800" b="1" dirty="0" err="1">
                <a:solidFill>
                  <a:schemeClr val="accent2"/>
                </a:solidFill>
              </a:rPr>
              <a:t>Skeptic</a:t>
            </a:r>
            <a:r>
              <a:rPr lang="en-IN" sz="2800" b="1" dirty="0">
                <a:solidFill>
                  <a:schemeClr val="accent2"/>
                </a:solidFill>
              </a:rPr>
              <a:t> </a:t>
            </a:r>
            <a:endParaRPr lang="en-IN" sz="2800" b="1" dirty="0">
              <a:solidFill>
                <a:schemeClr val="accent2"/>
              </a:solidFill>
            </a:endParaRPr>
          </a:p>
          <a:p>
            <a:r>
              <a:rPr lang="en-IN" sz="2800" dirty="0"/>
              <a:t>One who questions everything – </a:t>
            </a:r>
            <a:r>
              <a:rPr lang="en-IN" sz="2800" b="1" dirty="0">
                <a:solidFill>
                  <a:schemeClr val="accent2"/>
                </a:solidFill>
              </a:rPr>
              <a:t>Cynic</a:t>
            </a:r>
            <a:r>
              <a:rPr lang="en-IN" sz="2800" dirty="0"/>
              <a:t> 	</a:t>
            </a:r>
            <a:endParaRPr lang="en-IN" sz="2800" dirty="0"/>
          </a:p>
          <a:p>
            <a:r>
              <a:rPr lang="en-IN" sz="2800" dirty="0"/>
              <a:t>A person who is skilled in foreign language – </a:t>
            </a:r>
            <a:r>
              <a:rPr lang="en-IN" sz="2800" b="1" dirty="0">
                <a:solidFill>
                  <a:schemeClr val="accent2"/>
                </a:solidFill>
              </a:rPr>
              <a:t>Linguist </a:t>
            </a:r>
            <a:endParaRPr lang="en-IN" sz="2800" b="1" dirty="0">
              <a:solidFill>
                <a:schemeClr val="accent2"/>
              </a:solidFill>
            </a:endParaRPr>
          </a:p>
          <a:p>
            <a:r>
              <a:rPr lang="en-IN" sz="2800" dirty="0"/>
              <a:t>A person speaking many languages – </a:t>
            </a:r>
            <a:r>
              <a:rPr lang="en-IN" sz="2800" b="1" dirty="0">
                <a:solidFill>
                  <a:schemeClr val="accent2"/>
                </a:solidFill>
              </a:rPr>
              <a:t>Polyglot</a:t>
            </a:r>
            <a:r>
              <a:rPr lang="en-IN" sz="2800" dirty="0"/>
              <a:t> 	</a:t>
            </a:r>
            <a:endParaRPr lang="en-IN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928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3200" dirty="0"/>
              <a:t> A person leaving his native country to settle in another – </a:t>
            </a:r>
            <a:endParaRPr lang="en-IN" sz="3200" dirty="0"/>
          </a:p>
          <a:p>
            <a:r>
              <a:rPr lang="en-IN" sz="3200" dirty="0"/>
              <a:t>A person coming to a foreign land to settle there – </a:t>
            </a:r>
            <a:endParaRPr lang="en-IN" sz="3200" dirty="0">
              <a:solidFill>
                <a:schemeClr val="accent2"/>
              </a:solidFill>
            </a:endParaRPr>
          </a:p>
          <a:p>
            <a:r>
              <a:rPr lang="en-IN" sz="3200" dirty="0"/>
              <a:t>A person living in a foreign country – </a:t>
            </a:r>
            <a:endParaRPr lang="en-IN" sz="3200" dirty="0">
              <a:solidFill>
                <a:schemeClr val="accent2"/>
              </a:solidFill>
            </a:endParaRPr>
          </a:p>
          <a:p>
            <a:r>
              <a:rPr lang="en-IN" sz="3200" dirty="0"/>
              <a:t>A person who is voluntarily absent from home or country </a:t>
            </a:r>
            <a:r>
              <a:rPr lang="en-IN" sz="3200" dirty="0" smtClean="0"/>
              <a:t>–</a:t>
            </a:r>
            <a:r>
              <a:rPr lang="en-IN" sz="3200" dirty="0"/>
              <a:t>	</a:t>
            </a:r>
            <a:endParaRPr lang="en-IN" sz="3200" dirty="0"/>
          </a:p>
          <a:p>
            <a:r>
              <a:rPr lang="en-IN" sz="3200" dirty="0"/>
              <a:t>A person looking only to the bright side of </a:t>
            </a:r>
            <a:r>
              <a:rPr lang="en-IN" sz="3200" dirty="0" smtClean="0"/>
              <a:t>things-</a:t>
            </a:r>
            <a:endParaRPr lang="en-IN" sz="3200" dirty="0">
              <a:solidFill>
                <a:schemeClr val="accent2"/>
              </a:solidFill>
            </a:endParaRPr>
          </a:p>
          <a:p>
            <a:r>
              <a:rPr lang="en-IN" sz="3200" dirty="0"/>
              <a:t>A person looking only to the dark side of things </a:t>
            </a:r>
            <a:r>
              <a:rPr lang="en-IN" sz="3200" dirty="0" smtClean="0"/>
              <a:t>–</a:t>
            </a:r>
            <a:r>
              <a:rPr lang="en-IN" sz="3200" dirty="0"/>
              <a:t>	</a:t>
            </a:r>
            <a:endParaRPr lang="en-IN" sz="3200" dirty="0"/>
          </a:p>
          <a:p>
            <a:r>
              <a:rPr lang="en-IN" sz="3200" dirty="0"/>
              <a:t>A person giving up his faith </a:t>
            </a:r>
            <a:r>
              <a:rPr lang="en-IN" sz="3200" dirty="0" smtClean="0"/>
              <a:t>–</a:t>
            </a:r>
            <a:endParaRPr lang="en-IN" sz="3200" dirty="0">
              <a:solidFill>
                <a:schemeClr val="accent2"/>
              </a:solidFill>
            </a:endParaRPr>
          </a:p>
          <a:p>
            <a:r>
              <a:rPr lang="en-IN" sz="3200" dirty="0"/>
              <a:t>A person who always doubts – </a:t>
            </a:r>
            <a:endParaRPr lang="en-IN" sz="3200" dirty="0">
              <a:solidFill>
                <a:schemeClr val="accent2"/>
              </a:solidFill>
            </a:endParaRPr>
          </a:p>
          <a:p>
            <a:r>
              <a:rPr lang="en-IN" sz="3200" dirty="0"/>
              <a:t>One who questions everything </a:t>
            </a:r>
            <a:r>
              <a:rPr lang="en-IN" sz="3200" dirty="0" smtClean="0"/>
              <a:t>–</a:t>
            </a:r>
            <a:r>
              <a:rPr lang="en-IN" sz="3200" dirty="0"/>
              <a:t>	</a:t>
            </a:r>
            <a:endParaRPr lang="en-IN" sz="3200" dirty="0"/>
          </a:p>
          <a:p>
            <a:r>
              <a:rPr lang="en-IN" sz="3200" dirty="0"/>
              <a:t>A person who is skilled in foreign language – </a:t>
            </a:r>
            <a:endParaRPr lang="en-IN" sz="3200" dirty="0">
              <a:solidFill>
                <a:schemeClr val="accent2"/>
              </a:solidFill>
            </a:endParaRPr>
          </a:p>
          <a:p>
            <a:r>
              <a:rPr lang="en-IN" sz="3200" dirty="0"/>
              <a:t>A person speaking many languages </a:t>
            </a:r>
            <a:r>
              <a:rPr lang="en-IN" sz="3200" dirty="0" smtClean="0"/>
              <a:t>–</a:t>
            </a:r>
            <a:r>
              <a:rPr lang="en-IN" sz="3200" dirty="0"/>
              <a:t>	</a:t>
            </a:r>
            <a:endParaRPr lang="en-IN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"/>
            <a:ext cx="9144000" cy="673925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endParaRPr lang="en-IN" sz="3600" dirty="0"/>
          </a:p>
          <a:p>
            <a:r>
              <a:rPr lang="en-IN" sz="3600" dirty="0"/>
              <a:t> A persons working in the same place – </a:t>
            </a:r>
            <a:r>
              <a:rPr lang="en-IN" sz="3600" b="1" dirty="0">
                <a:solidFill>
                  <a:schemeClr val="accent5"/>
                </a:solidFill>
              </a:rPr>
              <a:t>Colleague </a:t>
            </a:r>
            <a:endParaRPr lang="en-IN" sz="3600" b="1" dirty="0">
              <a:solidFill>
                <a:schemeClr val="accent5"/>
              </a:solidFill>
            </a:endParaRPr>
          </a:p>
          <a:p>
            <a:r>
              <a:rPr lang="en-IN" sz="3600" dirty="0"/>
              <a:t>A person with the same name as another – </a:t>
            </a:r>
            <a:r>
              <a:rPr lang="en-IN" sz="3600" b="1" dirty="0">
                <a:solidFill>
                  <a:schemeClr val="accent5"/>
                </a:solidFill>
              </a:rPr>
              <a:t>Namesake</a:t>
            </a:r>
            <a:r>
              <a:rPr lang="en-IN" sz="3600" dirty="0"/>
              <a:t> 	</a:t>
            </a:r>
            <a:endParaRPr lang="en-IN" sz="3600" dirty="0"/>
          </a:p>
          <a:p>
            <a:r>
              <a:rPr lang="en-IN" sz="3600" dirty="0"/>
              <a:t>Ability to read and write – </a:t>
            </a:r>
            <a:r>
              <a:rPr lang="en-IN" sz="3600" b="1" dirty="0">
                <a:solidFill>
                  <a:schemeClr val="accent5"/>
                </a:solidFill>
              </a:rPr>
              <a:t>Literacy </a:t>
            </a:r>
            <a:endParaRPr lang="en-IN" sz="3600" b="1" dirty="0">
              <a:solidFill>
                <a:schemeClr val="accent5"/>
              </a:solidFill>
            </a:endParaRPr>
          </a:p>
          <a:p>
            <a:r>
              <a:rPr lang="en-IN" sz="3600" dirty="0"/>
              <a:t>A person unable to write and read – </a:t>
            </a:r>
            <a:r>
              <a:rPr lang="en-IN" sz="3600" b="1" dirty="0">
                <a:solidFill>
                  <a:schemeClr val="accent5"/>
                </a:solidFill>
              </a:rPr>
              <a:t>Illiterate </a:t>
            </a:r>
            <a:endParaRPr lang="en-IN" sz="3600" b="1" dirty="0">
              <a:solidFill>
                <a:schemeClr val="accent5"/>
              </a:solidFill>
            </a:endParaRPr>
          </a:p>
          <a:p>
            <a:r>
              <a:rPr lang="en-IN" sz="3600" dirty="0"/>
              <a:t>A person devoid of knowledge – </a:t>
            </a:r>
            <a:r>
              <a:rPr lang="en-IN" sz="3600" b="1" dirty="0">
                <a:solidFill>
                  <a:schemeClr val="accent5"/>
                </a:solidFill>
              </a:rPr>
              <a:t>Ignorant</a:t>
            </a:r>
            <a:r>
              <a:rPr lang="en-IN" sz="3600" dirty="0"/>
              <a:t> 	</a:t>
            </a:r>
            <a:endParaRPr lang="en-IN" sz="3600" dirty="0"/>
          </a:p>
          <a:p>
            <a:r>
              <a:rPr lang="en-IN" sz="3600" dirty="0"/>
              <a:t>A person who eats only vegetable – </a:t>
            </a:r>
            <a:r>
              <a:rPr lang="en-IN" sz="3600" b="1" dirty="0">
                <a:solidFill>
                  <a:schemeClr val="accent5"/>
                </a:solidFill>
              </a:rPr>
              <a:t>Vegetarian </a:t>
            </a:r>
            <a:endParaRPr lang="en-IN" sz="3600" b="1" dirty="0">
              <a:solidFill>
                <a:schemeClr val="accent5"/>
              </a:solidFill>
            </a:endParaRPr>
          </a:p>
          <a:p>
            <a:r>
              <a:rPr lang="en-IN" sz="3600" dirty="0"/>
              <a:t>A person who eats human flesh – </a:t>
            </a:r>
            <a:r>
              <a:rPr lang="en-IN" sz="3600" b="1" dirty="0">
                <a:solidFill>
                  <a:schemeClr val="accent5"/>
                </a:solidFill>
              </a:rPr>
              <a:t>Cannibal </a:t>
            </a:r>
            <a:endParaRPr lang="en-IN" sz="3600" b="1" dirty="0" smtClean="0">
              <a:solidFill>
                <a:schemeClr val="accent5"/>
              </a:solidFill>
            </a:endParaRPr>
          </a:p>
          <a:p>
            <a:r>
              <a:rPr lang="en-IN" sz="3600" dirty="0" smtClean="0"/>
              <a:t> </a:t>
            </a:r>
            <a:endParaRPr lang="en-IN" sz="3600" dirty="0">
              <a:solidFill>
                <a:schemeClr val="accent5"/>
              </a:solidFill>
            </a:endParaRPr>
          </a:p>
          <a:p>
            <a:r>
              <a:rPr lang="en-IN" sz="3600" dirty="0"/>
              <a:t>A person who eats excessively – </a:t>
            </a:r>
            <a:r>
              <a:rPr lang="en-IN" sz="3600" b="1" dirty="0">
                <a:solidFill>
                  <a:schemeClr val="accent5"/>
                </a:solidFill>
              </a:rPr>
              <a:t>Glutton</a:t>
            </a:r>
            <a:r>
              <a:rPr lang="en-IN" sz="3600" dirty="0"/>
              <a:t> 	</a:t>
            </a:r>
            <a:endParaRPr lang="en-IN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4775" y="0"/>
            <a:ext cx="9039225" cy="56311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endParaRPr lang="en-IN" sz="3600" dirty="0"/>
          </a:p>
          <a:p>
            <a:r>
              <a:rPr lang="en-IN" sz="3600" dirty="0"/>
              <a:t> A persons working in the same place – </a:t>
            </a:r>
            <a:endParaRPr lang="en-IN" sz="3600" dirty="0">
              <a:solidFill>
                <a:schemeClr val="accent5"/>
              </a:solidFill>
            </a:endParaRPr>
          </a:p>
          <a:p>
            <a:r>
              <a:rPr lang="en-IN" sz="3600" dirty="0"/>
              <a:t>A person with the same name as another </a:t>
            </a:r>
            <a:r>
              <a:rPr lang="en-IN" sz="3600" dirty="0" smtClean="0"/>
              <a:t>–</a:t>
            </a:r>
            <a:r>
              <a:rPr lang="en-IN" sz="3600" dirty="0"/>
              <a:t>	</a:t>
            </a:r>
            <a:endParaRPr lang="en-IN" sz="3600" dirty="0"/>
          </a:p>
          <a:p>
            <a:r>
              <a:rPr lang="en-IN" sz="3600" dirty="0"/>
              <a:t>Ability to read and write – </a:t>
            </a:r>
            <a:endParaRPr lang="en-IN" sz="3600" dirty="0">
              <a:solidFill>
                <a:schemeClr val="accent5"/>
              </a:solidFill>
            </a:endParaRPr>
          </a:p>
          <a:p>
            <a:r>
              <a:rPr lang="en-IN" sz="3600" dirty="0"/>
              <a:t>A person unable to write – </a:t>
            </a:r>
            <a:endParaRPr lang="en-IN" sz="3600" dirty="0">
              <a:solidFill>
                <a:schemeClr val="accent5"/>
              </a:solidFill>
            </a:endParaRPr>
          </a:p>
          <a:p>
            <a:r>
              <a:rPr lang="en-IN" sz="3600" dirty="0"/>
              <a:t>A person devoid of knowledge </a:t>
            </a:r>
            <a:r>
              <a:rPr lang="en-IN" sz="3600" dirty="0" smtClean="0"/>
              <a:t>–</a:t>
            </a:r>
            <a:r>
              <a:rPr lang="en-IN" sz="3600" dirty="0"/>
              <a:t>	</a:t>
            </a:r>
            <a:endParaRPr lang="en-IN" sz="3600" dirty="0"/>
          </a:p>
          <a:p>
            <a:r>
              <a:rPr lang="en-IN" sz="3600" dirty="0"/>
              <a:t>A person who eats only vegetable – </a:t>
            </a:r>
            <a:endParaRPr lang="en-IN" sz="3600" dirty="0">
              <a:solidFill>
                <a:schemeClr val="accent5"/>
              </a:solidFill>
            </a:endParaRPr>
          </a:p>
          <a:p>
            <a:r>
              <a:rPr lang="en-IN" sz="3600" dirty="0"/>
              <a:t>A person who eats human flesh – </a:t>
            </a:r>
            <a:endParaRPr lang="en-IN" sz="3600" dirty="0" smtClean="0">
              <a:solidFill>
                <a:schemeClr val="accent5"/>
              </a:solidFill>
            </a:endParaRPr>
          </a:p>
          <a:p>
            <a:r>
              <a:rPr lang="en-IN" sz="3600" dirty="0" smtClean="0"/>
              <a:t> </a:t>
            </a:r>
            <a:endParaRPr lang="en-IN" sz="3600" dirty="0">
              <a:solidFill>
                <a:schemeClr val="accent5"/>
              </a:solidFill>
            </a:endParaRPr>
          </a:p>
          <a:p>
            <a:r>
              <a:rPr lang="en-IN" sz="3600" dirty="0"/>
              <a:t>A person who eats excessively </a:t>
            </a:r>
            <a:r>
              <a:rPr lang="en-IN" sz="3600" dirty="0" smtClean="0"/>
              <a:t>–</a:t>
            </a:r>
            <a:r>
              <a:rPr lang="en-IN" sz="3600" dirty="0"/>
              <a:t>	</a:t>
            </a:r>
            <a:endParaRPr lang="en-IN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176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endParaRPr lang="en-IN" sz="2400" dirty="0"/>
          </a:p>
          <a:p>
            <a:r>
              <a:rPr lang="en-IN" sz="2400" dirty="0"/>
              <a:t> A doctor who </a:t>
            </a:r>
            <a:r>
              <a:rPr lang="en-IN" sz="2400" dirty="0" smtClean="0"/>
              <a:t>treats </a:t>
            </a:r>
            <a:r>
              <a:rPr lang="en-IN" sz="2400" dirty="0"/>
              <a:t>old </a:t>
            </a:r>
            <a:r>
              <a:rPr lang="en-IN" sz="2400" dirty="0" smtClean="0"/>
              <a:t>people’s </a:t>
            </a:r>
            <a:r>
              <a:rPr lang="en-IN" sz="2400" dirty="0"/>
              <a:t>disease – </a:t>
            </a:r>
            <a:r>
              <a:rPr lang="en-IN" sz="2400" b="1" dirty="0">
                <a:solidFill>
                  <a:srgbClr val="00B050"/>
                </a:solidFill>
              </a:rPr>
              <a:t>Geriatrician </a:t>
            </a:r>
            <a:endParaRPr lang="en-IN" sz="2400" b="1" dirty="0">
              <a:solidFill>
                <a:srgbClr val="00B050"/>
              </a:solidFill>
            </a:endParaRPr>
          </a:p>
          <a:p>
            <a:r>
              <a:rPr lang="en-IN" sz="2400" dirty="0"/>
              <a:t>A doctor who </a:t>
            </a:r>
            <a:r>
              <a:rPr lang="en-IN" sz="2400" dirty="0" smtClean="0"/>
              <a:t>treats </a:t>
            </a:r>
            <a:r>
              <a:rPr lang="en-IN" sz="2400" dirty="0"/>
              <a:t>pregnant and helps child birth- </a:t>
            </a:r>
            <a:r>
              <a:rPr lang="en-IN" sz="2400" b="1" dirty="0">
                <a:solidFill>
                  <a:srgbClr val="00B050"/>
                </a:solidFill>
              </a:rPr>
              <a:t>Obstetrician </a:t>
            </a:r>
            <a:endParaRPr lang="en-IN" sz="2400" b="1" dirty="0" smtClean="0">
              <a:solidFill>
                <a:srgbClr val="00B050"/>
              </a:solidFill>
            </a:endParaRPr>
          </a:p>
          <a:p>
            <a:r>
              <a:rPr lang="en-IN" sz="2400" dirty="0" smtClean="0"/>
              <a:t>A doctor who treats female’s disease - </a:t>
            </a:r>
            <a:r>
              <a:rPr lang="en-IN" sz="2400" b="1" dirty="0" smtClean="0">
                <a:solidFill>
                  <a:srgbClr val="00B050"/>
                </a:solidFill>
              </a:rPr>
              <a:t>Gynaecologist</a:t>
            </a:r>
            <a:endParaRPr lang="en-IN" sz="2400" b="1" dirty="0">
              <a:solidFill>
                <a:srgbClr val="00B050"/>
              </a:solidFill>
            </a:endParaRPr>
          </a:p>
          <a:p>
            <a:r>
              <a:rPr lang="en-IN" sz="2400" dirty="0"/>
              <a:t>A </a:t>
            </a:r>
            <a:r>
              <a:rPr lang="en-IN" sz="2400" dirty="0" smtClean="0"/>
              <a:t>doctor who treats eye , nose and throat – </a:t>
            </a:r>
            <a:r>
              <a:rPr lang="en-IN" sz="2400" b="1" dirty="0" smtClean="0">
                <a:solidFill>
                  <a:srgbClr val="00B050"/>
                </a:solidFill>
              </a:rPr>
              <a:t>ENT</a:t>
            </a:r>
            <a:r>
              <a:rPr lang="en-IN" sz="2400" dirty="0" smtClean="0"/>
              <a:t> </a:t>
            </a:r>
            <a:r>
              <a:rPr lang="en-IN" sz="2400" b="1" dirty="0" smtClean="0">
                <a:solidFill>
                  <a:srgbClr val="00B050"/>
                </a:solidFill>
              </a:rPr>
              <a:t>Specialist</a:t>
            </a:r>
            <a:endParaRPr lang="en-IN" sz="2400" b="1" dirty="0">
              <a:solidFill>
                <a:srgbClr val="00B050"/>
              </a:solidFill>
            </a:endParaRPr>
          </a:p>
          <a:p>
            <a:r>
              <a:rPr lang="en-IN" sz="2400" dirty="0"/>
              <a:t>A person who </a:t>
            </a:r>
            <a:r>
              <a:rPr lang="en-IN" sz="2400" dirty="0" smtClean="0"/>
              <a:t>examines </a:t>
            </a:r>
            <a:r>
              <a:rPr lang="en-IN" sz="2400" dirty="0"/>
              <a:t>eyes and sell glasses – </a:t>
            </a:r>
            <a:r>
              <a:rPr lang="en-IN" sz="2400" b="1" dirty="0">
                <a:solidFill>
                  <a:srgbClr val="00B050"/>
                </a:solidFill>
              </a:rPr>
              <a:t>Optician </a:t>
            </a:r>
            <a:endParaRPr lang="en-IN" sz="2400" b="1" dirty="0">
              <a:solidFill>
                <a:srgbClr val="00B050"/>
              </a:solidFill>
            </a:endParaRPr>
          </a:p>
          <a:p>
            <a:r>
              <a:rPr lang="en-IN" sz="2400" dirty="0"/>
              <a:t>One who studies and treats the diseases of the eye – </a:t>
            </a:r>
            <a:r>
              <a:rPr lang="en-IN" sz="2400" b="1" dirty="0">
                <a:solidFill>
                  <a:srgbClr val="00B050"/>
                </a:solidFill>
              </a:rPr>
              <a:t>Ophthalmologist</a:t>
            </a:r>
            <a:r>
              <a:rPr lang="en-IN" sz="2400" dirty="0"/>
              <a:t> 	</a:t>
            </a:r>
            <a:endParaRPr lang="en-IN" sz="2400" dirty="0"/>
          </a:p>
          <a:p>
            <a:r>
              <a:rPr lang="en-IN" sz="2400" dirty="0"/>
              <a:t>A doctor who treats mental illnesses – </a:t>
            </a:r>
            <a:r>
              <a:rPr lang="en-IN" sz="2400" b="1" dirty="0">
                <a:solidFill>
                  <a:srgbClr val="00B050"/>
                </a:solidFill>
              </a:rPr>
              <a:t>Psychiatrist</a:t>
            </a:r>
            <a:r>
              <a:rPr lang="en-IN" sz="2400" dirty="0"/>
              <a:t> 	</a:t>
            </a:r>
            <a:endParaRPr lang="en-IN" sz="2400" dirty="0" smtClean="0"/>
          </a:p>
          <a:p>
            <a:r>
              <a:rPr lang="en-IN" sz="2400" dirty="0" smtClean="0"/>
              <a:t>A doctor who treats heart diseases –</a:t>
            </a:r>
            <a:r>
              <a:rPr lang="en-IN" sz="2400" b="1" dirty="0">
                <a:solidFill>
                  <a:srgbClr val="00B050"/>
                </a:solidFill>
              </a:rPr>
              <a:t>Cardiologist</a:t>
            </a:r>
            <a:r>
              <a:rPr lang="en-IN" sz="2400" dirty="0" smtClean="0"/>
              <a:t>	</a:t>
            </a:r>
            <a:endParaRPr lang="en-IN" sz="2400" dirty="0" smtClean="0"/>
          </a:p>
          <a:p>
            <a:r>
              <a:rPr lang="en-IN" sz="2400" dirty="0" smtClean="0"/>
              <a:t>A doctor who treats skin , hair and nails –</a:t>
            </a:r>
            <a:r>
              <a:rPr lang="en-IN" sz="2400" dirty="0" smtClean="0"/>
              <a:t> </a:t>
            </a:r>
            <a:r>
              <a:rPr lang="en-IN" sz="2400" b="1" dirty="0" smtClean="0">
                <a:solidFill>
                  <a:srgbClr val="00B050"/>
                </a:solidFill>
              </a:rPr>
              <a:t>Dermatologist</a:t>
            </a:r>
            <a:endParaRPr lang="en-IN" sz="2400" b="1" dirty="0" smtClean="0">
              <a:solidFill>
                <a:srgbClr val="00B050"/>
              </a:solidFill>
            </a:endParaRPr>
          </a:p>
          <a:p>
            <a:r>
              <a:rPr lang="en-US" sz="2400" dirty="0" smtClean="0"/>
              <a:t>A doctor who treats </a:t>
            </a:r>
            <a:r>
              <a:rPr lang="en-IN" sz="2400" dirty="0"/>
              <a:t>kidney and </a:t>
            </a:r>
            <a:r>
              <a:rPr lang="en-IN" sz="2400" dirty="0" smtClean="0"/>
              <a:t>urinary system – </a:t>
            </a:r>
            <a:r>
              <a:rPr lang="en-IN" sz="2400" b="1" dirty="0" smtClean="0">
                <a:solidFill>
                  <a:srgbClr val="00B050"/>
                </a:solidFill>
              </a:rPr>
              <a:t>Nephrologists</a:t>
            </a:r>
            <a:endParaRPr lang="en-IN" sz="2400" b="1" dirty="0" smtClean="0">
              <a:solidFill>
                <a:srgbClr val="00B050"/>
              </a:solidFill>
            </a:endParaRPr>
          </a:p>
          <a:p>
            <a:r>
              <a:rPr lang="en-IN" sz="2400" dirty="0" smtClean="0"/>
              <a:t>A doctor who treat children  - </a:t>
            </a:r>
            <a:r>
              <a:rPr lang="en-IN" sz="2400" b="1" dirty="0" smtClean="0">
                <a:solidFill>
                  <a:srgbClr val="00B050"/>
                </a:solidFill>
              </a:rPr>
              <a:t>Paediatrician</a:t>
            </a:r>
            <a:endParaRPr lang="en-IN" sz="2400" b="1" dirty="0" smtClean="0">
              <a:solidFill>
                <a:srgbClr val="00B050"/>
              </a:solidFill>
            </a:endParaRPr>
          </a:p>
          <a:p>
            <a:r>
              <a:rPr lang="en-US" sz="2400" dirty="0" smtClean="0"/>
              <a:t>A doctor who treats </a:t>
            </a:r>
            <a:r>
              <a:rPr lang="en-IN" sz="2400" dirty="0"/>
              <a:t>musculoskeletal </a:t>
            </a:r>
            <a:r>
              <a:rPr lang="en-IN" sz="2400" dirty="0" smtClean="0"/>
              <a:t>system  (bones , muscles)  - </a:t>
            </a:r>
            <a:r>
              <a:rPr lang="en-IN" sz="2400" b="1" dirty="0" smtClean="0">
                <a:solidFill>
                  <a:srgbClr val="00B050"/>
                </a:solidFill>
              </a:rPr>
              <a:t>Orthopaedist</a:t>
            </a:r>
            <a:endParaRPr lang="en-IN" sz="2400" b="1" dirty="0" smtClean="0">
              <a:solidFill>
                <a:srgbClr val="00B050"/>
              </a:solidFill>
            </a:endParaRPr>
          </a:p>
          <a:p>
            <a:r>
              <a:rPr lang="en-US" sz="2400" dirty="0" smtClean="0"/>
              <a:t>A doctor who treats oral problems( teeth , gum, tongue)</a:t>
            </a:r>
            <a:r>
              <a:rPr lang="en-US" sz="2400" dirty="0" smtClean="0">
                <a:solidFill>
                  <a:srgbClr val="00B050"/>
                </a:solidFill>
              </a:rPr>
              <a:t> - </a:t>
            </a:r>
            <a:r>
              <a:rPr lang="en-US" sz="2400" b="1" dirty="0" smtClean="0">
                <a:solidFill>
                  <a:srgbClr val="00B050"/>
                </a:solidFill>
              </a:rPr>
              <a:t>Dentist</a:t>
            </a:r>
            <a:endParaRPr lang="en-IN" sz="2400" b="1" dirty="0" smtClean="0">
              <a:solidFill>
                <a:srgbClr val="00B050"/>
              </a:solidFill>
            </a:endParaRPr>
          </a:p>
          <a:p>
            <a:r>
              <a:rPr lang="en-US" sz="2400" dirty="0" smtClean="0"/>
              <a:t>A person who dispenses  medicines (drugs) – </a:t>
            </a:r>
            <a:r>
              <a:rPr lang="en-IN" sz="2400" b="1" dirty="0" smtClean="0">
                <a:solidFill>
                  <a:srgbClr val="00B050"/>
                </a:solidFill>
              </a:rPr>
              <a:t>Pharmacist</a:t>
            </a:r>
            <a:endParaRPr lang="en-IN" sz="2400" b="1" dirty="0" smtClean="0">
              <a:solidFill>
                <a:srgbClr val="00B050"/>
              </a:solidFill>
            </a:endParaRPr>
          </a:p>
          <a:p>
            <a:r>
              <a:rPr lang="en-US" sz="2400" dirty="0" smtClean="0"/>
              <a:t>A person who makes medicines – </a:t>
            </a:r>
            <a:r>
              <a:rPr lang="en-US" sz="2400" b="1" dirty="0" smtClean="0">
                <a:solidFill>
                  <a:srgbClr val="00B050"/>
                </a:solidFill>
              </a:rPr>
              <a:t>chemist</a:t>
            </a:r>
            <a:endParaRPr lang="en-US" sz="2400" b="1" dirty="0" smtClean="0">
              <a:solidFill>
                <a:srgbClr val="00B050"/>
              </a:solidFill>
            </a:endParaRPr>
          </a:p>
          <a:p>
            <a:endParaRPr lang="en-US" sz="2400" dirty="0" smtClean="0">
              <a:solidFill>
                <a:srgbClr val="00B050"/>
              </a:solidFill>
            </a:endParaRPr>
          </a:p>
          <a:p>
            <a:endParaRPr lang="en-IN" sz="2400" dirty="0" smtClean="0">
              <a:solidFill>
                <a:srgbClr val="00B050"/>
              </a:solidFill>
            </a:endParaRPr>
          </a:p>
          <a:p>
            <a:endParaRPr lang="en-IN" sz="2400" dirty="0" smtClean="0"/>
          </a:p>
          <a:p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77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endParaRPr lang="en-IN" sz="2400" dirty="0"/>
          </a:p>
          <a:p>
            <a:r>
              <a:rPr lang="en-IN" sz="2400" dirty="0"/>
              <a:t> A doctor who </a:t>
            </a:r>
            <a:r>
              <a:rPr lang="en-IN" sz="2400" dirty="0" smtClean="0"/>
              <a:t>treats </a:t>
            </a:r>
            <a:r>
              <a:rPr lang="en-IN" sz="2400" dirty="0"/>
              <a:t>old </a:t>
            </a:r>
            <a:r>
              <a:rPr lang="en-IN" sz="2400" dirty="0" smtClean="0"/>
              <a:t>people’s </a:t>
            </a:r>
            <a:r>
              <a:rPr lang="en-IN" sz="2400" dirty="0"/>
              <a:t>disease – </a:t>
            </a:r>
            <a:endParaRPr lang="en-IN" sz="2400" dirty="0">
              <a:solidFill>
                <a:srgbClr val="00B050"/>
              </a:solidFill>
            </a:endParaRPr>
          </a:p>
          <a:p>
            <a:r>
              <a:rPr lang="en-IN" sz="2400" dirty="0"/>
              <a:t>A doctor who </a:t>
            </a:r>
            <a:r>
              <a:rPr lang="en-IN" sz="2400" dirty="0" smtClean="0"/>
              <a:t>treats </a:t>
            </a:r>
            <a:r>
              <a:rPr lang="en-IN" sz="2400" dirty="0"/>
              <a:t>pregnant and helps child </a:t>
            </a:r>
            <a:r>
              <a:rPr lang="en-IN" sz="2400" dirty="0" smtClean="0"/>
              <a:t>birth-</a:t>
            </a:r>
            <a:endParaRPr lang="en-IN" sz="2400" dirty="0" smtClean="0">
              <a:solidFill>
                <a:srgbClr val="00B050"/>
              </a:solidFill>
            </a:endParaRPr>
          </a:p>
          <a:p>
            <a:r>
              <a:rPr lang="en-IN" sz="2400" dirty="0" smtClean="0"/>
              <a:t>A doctor who treats female’s disease -</a:t>
            </a:r>
            <a:endParaRPr lang="en-IN" sz="2400" dirty="0">
              <a:solidFill>
                <a:srgbClr val="00B050"/>
              </a:solidFill>
            </a:endParaRPr>
          </a:p>
          <a:p>
            <a:r>
              <a:rPr lang="en-IN" sz="2400" dirty="0"/>
              <a:t>A </a:t>
            </a:r>
            <a:r>
              <a:rPr lang="en-IN" sz="2400" dirty="0" smtClean="0"/>
              <a:t>doctor who treats eye , nose and throat – </a:t>
            </a:r>
            <a:endParaRPr lang="en-IN" sz="2400" dirty="0">
              <a:solidFill>
                <a:srgbClr val="00B050"/>
              </a:solidFill>
            </a:endParaRPr>
          </a:p>
          <a:p>
            <a:r>
              <a:rPr lang="en-IN" sz="2400" dirty="0"/>
              <a:t>A person who </a:t>
            </a:r>
            <a:r>
              <a:rPr lang="en-IN" sz="2400" dirty="0" smtClean="0"/>
              <a:t>examines </a:t>
            </a:r>
            <a:r>
              <a:rPr lang="en-IN" sz="2400" dirty="0"/>
              <a:t>eyes and sell glasses – </a:t>
            </a:r>
            <a:endParaRPr lang="en-IN" sz="2400" dirty="0">
              <a:solidFill>
                <a:srgbClr val="00B050"/>
              </a:solidFill>
            </a:endParaRPr>
          </a:p>
          <a:p>
            <a:r>
              <a:rPr lang="en-IN" sz="2400" dirty="0"/>
              <a:t>One who studies and treats the diseases of the eye </a:t>
            </a:r>
            <a:r>
              <a:rPr lang="en-IN" sz="2400" dirty="0" smtClean="0"/>
              <a:t>–</a:t>
            </a:r>
            <a:r>
              <a:rPr lang="en-IN" sz="2400" dirty="0"/>
              <a:t>	</a:t>
            </a:r>
            <a:endParaRPr lang="en-IN" sz="2400" dirty="0"/>
          </a:p>
          <a:p>
            <a:r>
              <a:rPr lang="en-IN" sz="2400" dirty="0"/>
              <a:t>A doctor who treats mental illnesses </a:t>
            </a:r>
            <a:r>
              <a:rPr lang="en-IN" sz="2400" dirty="0" smtClean="0"/>
              <a:t>–</a:t>
            </a:r>
            <a:r>
              <a:rPr lang="en-IN" sz="2400" dirty="0"/>
              <a:t>	</a:t>
            </a:r>
            <a:endParaRPr lang="en-IN" sz="2400" dirty="0" smtClean="0"/>
          </a:p>
          <a:p>
            <a:r>
              <a:rPr lang="en-IN" sz="2400" dirty="0" smtClean="0"/>
              <a:t>A doctor who treats heart diseases –	</a:t>
            </a:r>
            <a:endParaRPr lang="en-IN" sz="2400" dirty="0" smtClean="0"/>
          </a:p>
          <a:p>
            <a:r>
              <a:rPr lang="en-IN" sz="2400" dirty="0" smtClean="0"/>
              <a:t>A doctor who treats skin , hair and nails – </a:t>
            </a:r>
            <a:endParaRPr lang="en-IN" sz="2400" dirty="0" smtClean="0">
              <a:solidFill>
                <a:srgbClr val="00B050"/>
              </a:solidFill>
            </a:endParaRPr>
          </a:p>
          <a:p>
            <a:r>
              <a:rPr lang="en-US" sz="2400" dirty="0" smtClean="0"/>
              <a:t>A doctor who treats </a:t>
            </a:r>
            <a:r>
              <a:rPr lang="en-IN" sz="2400" dirty="0"/>
              <a:t>kidney and </a:t>
            </a:r>
            <a:r>
              <a:rPr lang="en-IN" sz="2400" dirty="0" smtClean="0"/>
              <a:t>urinary system – </a:t>
            </a:r>
            <a:endParaRPr lang="en-IN" sz="2400" dirty="0" smtClean="0">
              <a:solidFill>
                <a:srgbClr val="00B050"/>
              </a:solidFill>
            </a:endParaRPr>
          </a:p>
          <a:p>
            <a:r>
              <a:rPr lang="en-IN" sz="2400" dirty="0" smtClean="0"/>
              <a:t>A doctor who treat children  -</a:t>
            </a:r>
            <a:endParaRPr lang="en-IN" sz="2400" dirty="0" smtClean="0">
              <a:solidFill>
                <a:srgbClr val="00B050"/>
              </a:solidFill>
            </a:endParaRPr>
          </a:p>
          <a:p>
            <a:r>
              <a:rPr lang="en-US" sz="2400" dirty="0" smtClean="0"/>
              <a:t>A doctor who treats </a:t>
            </a:r>
            <a:r>
              <a:rPr lang="en-IN" sz="2400" dirty="0"/>
              <a:t>musculoskeletal </a:t>
            </a:r>
            <a:r>
              <a:rPr lang="en-IN" sz="2400" dirty="0" smtClean="0"/>
              <a:t>system  (bones , muscles)  -</a:t>
            </a:r>
            <a:endParaRPr lang="en-IN" sz="2400" dirty="0" smtClean="0">
              <a:solidFill>
                <a:srgbClr val="00B050"/>
              </a:solidFill>
            </a:endParaRPr>
          </a:p>
          <a:p>
            <a:r>
              <a:rPr lang="en-US" sz="2400" dirty="0" smtClean="0"/>
              <a:t>A doctor who treats oral problems( teeth , gum, tongue)</a:t>
            </a:r>
            <a:r>
              <a:rPr lang="en-US" sz="2400" dirty="0" smtClean="0">
                <a:solidFill>
                  <a:srgbClr val="00B050"/>
                </a:solidFill>
              </a:rPr>
              <a:t> -</a:t>
            </a:r>
            <a:endParaRPr lang="en-IN" sz="2400" dirty="0" smtClean="0">
              <a:solidFill>
                <a:srgbClr val="00B050"/>
              </a:solidFill>
            </a:endParaRPr>
          </a:p>
          <a:p>
            <a:r>
              <a:rPr lang="en-US" sz="2400" dirty="0" smtClean="0"/>
              <a:t>A person who dispenses  medicines (drugs) – </a:t>
            </a:r>
            <a:endParaRPr lang="en-IN" sz="2400" dirty="0" smtClean="0">
              <a:solidFill>
                <a:srgbClr val="00B050"/>
              </a:solidFill>
            </a:endParaRPr>
          </a:p>
          <a:p>
            <a:r>
              <a:rPr lang="en-US" sz="2400" dirty="0" smtClean="0"/>
              <a:t>A person who makes medicines – </a:t>
            </a:r>
            <a:endParaRPr lang="en-US" sz="2400" dirty="0" smtClean="0">
              <a:solidFill>
                <a:srgbClr val="00B050"/>
              </a:solidFill>
            </a:endParaRPr>
          </a:p>
          <a:p>
            <a:endParaRPr lang="en-US" sz="2400" dirty="0" smtClean="0">
              <a:solidFill>
                <a:srgbClr val="00B050"/>
              </a:solidFill>
            </a:endParaRPr>
          </a:p>
          <a:p>
            <a:endParaRPr lang="en-IN" sz="2400" dirty="0" smtClean="0">
              <a:solidFill>
                <a:srgbClr val="00B050"/>
              </a:solidFill>
            </a:endParaRPr>
          </a:p>
          <a:p>
            <a:endParaRPr lang="en-IN" sz="2400" dirty="0" smtClean="0"/>
          </a:p>
          <a:p>
            <a:endParaRPr lang="en-I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7262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2800" dirty="0" smtClean="0">
                <a:solidFill>
                  <a:srgbClr val="00B0F0"/>
                </a:solidFill>
              </a:rPr>
              <a:t>The killing of a </a:t>
            </a:r>
            <a:r>
              <a:rPr lang="en-IN" sz="2800" dirty="0" err="1" smtClean="0">
                <a:solidFill>
                  <a:srgbClr val="00B0F0"/>
                </a:solidFill>
              </a:rPr>
              <a:t>fetus</a:t>
            </a:r>
            <a:r>
              <a:rPr lang="en-IN" sz="2800" dirty="0" smtClean="0">
                <a:solidFill>
                  <a:srgbClr val="00B0F0"/>
                </a:solidFill>
              </a:rPr>
              <a:t>; abortion – </a:t>
            </a:r>
            <a:r>
              <a:rPr lang="en-IN" sz="2800" b="1" dirty="0" smtClean="0">
                <a:solidFill>
                  <a:srgbClr val="FF0000"/>
                </a:solidFill>
              </a:rPr>
              <a:t>Feticide</a:t>
            </a:r>
            <a:endParaRPr lang="en-IN" sz="2800" b="1" dirty="0" smtClean="0">
              <a:solidFill>
                <a:srgbClr val="FF0000"/>
              </a:solidFill>
            </a:endParaRPr>
          </a:p>
          <a:p>
            <a:r>
              <a:rPr lang="en-IN" sz="2800" dirty="0" smtClean="0">
                <a:solidFill>
                  <a:srgbClr val="00B0F0"/>
                </a:solidFill>
              </a:rPr>
              <a:t>The Killing of infant – </a:t>
            </a:r>
            <a:r>
              <a:rPr lang="en-IN" sz="2800" b="1" dirty="0" smtClean="0">
                <a:solidFill>
                  <a:srgbClr val="FF0000"/>
                </a:solidFill>
              </a:rPr>
              <a:t>Infanticide</a:t>
            </a:r>
            <a:endParaRPr lang="en-IN" sz="2800" b="1" dirty="0" smtClean="0">
              <a:solidFill>
                <a:srgbClr val="FF0000"/>
              </a:solidFill>
            </a:endParaRPr>
          </a:p>
          <a:p>
            <a:r>
              <a:rPr lang="en-IN" sz="2800" dirty="0">
                <a:solidFill>
                  <a:srgbClr val="00B0F0"/>
                </a:solidFill>
              </a:rPr>
              <a:t>The killing of oneself - </a:t>
            </a:r>
            <a:r>
              <a:rPr lang="en-IN" sz="2800" b="1" dirty="0">
                <a:solidFill>
                  <a:srgbClr val="FF0000"/>
                </a:solidFill>
              </a:rPr>
              <a:t>Suicide</a:t>
            </a:r>
            <a:r>
              <a:rPr lang="en-IN" sz="2800" b="1" dirty="0">
                <a:solidFill>
                  <a:srgbClr val="00B0F0"/>
                </a:solidFill>
              </a:rPr>
              <a:t> </a:t>
            </a:r>
            <a:br>
              <a:rPr lang="en-IN" sz="2800" dirty="0" smtClean="0">
                <a:solidFill>
                  <a:srgbClr val="00B0F0"/>
                </a:solidFill>
              </a:rPr>
            </a:br>
            <a:r>
              <a:rPr lang="en-IN" sz="2800" dirty="0" smtClean="0">
                <a:solidFill>
                  <a:srgbClr val="00B0F0"/>
                </a:solidFill>
              </a:rPr>
              <a:t>The </a:t>
            </a:r>
            <a:r>
              <a:rPr lang="en-IN" sz="2800" dirty="0">
                <a:solidFill>
                  <a:srgbClr val="00B0F0"/>
                </a:solidFill>
              </a:rPr>
              <a:t>killing of human being </a:t>
            </a:r>
            <a:r>
              <a:rPr lang="en-IN" sz="2800" dirty="0" smtClean="0">
                <a:solidFill>
                  <a:srgbClr val="00B0F0"/>
                </a:solidFill>
              </a:rPr>
              <a:t>-</a:t>
            </a:r>
            <a:r>
              <a:rPr lang="en-IN" sz="2800" dirty="0">
                <a:solidFill>
                  <a:srgbClr val="00B0F0"/>
                </a:solidFill>
              </a:rPr>
              <a:t> </a:t>
            </a:r>
            <a:r>
              <a:rPr lang="en-IN" sz="2800" b="1" dirty="0" smtClean="0">
                <a:solidFill>
                  <a:srgbClr val="FF0000"/>
                </a:solidFill>
              </a:rPr>
              <a:t>Homicide</a:t>
            </a:r>
            <a:endParaRPr lang="en-IN" sz="2800" b="1" dirty="0" smtClean="0">
              <a:solidFill>
                <a:srgbClr val="FF0000"/>
              </a:solidFill>
            </a:endParaRPr>
          </a:p>
          <a:p>
            <a:r>
              <a:rPr lang="en-IN" sz="2800" dirty="0">
                <a:solidFill>
                  <a:srgbClr val="00B0F0"/>
                </a:solidFill>
              </a:rPr>
              <a:t>The killing of one's mother - </a:t>
            </a:r>
            <a:r>
              <a:rPr lang="en-IN" sz="2800" b="1" dirty="0" smtClean="0">
                <a:solidFill>
                  <a:srgbClr val="FF0000"/>
                </a:solidFill>
              </a:rPr>
              <a:t>Matricide</a:t>
            </a:r>
            <a:endParaRPr lang="en-IN" sz="2800" b="1" dirty="0" smtClean="0">
              <a:solidFill>
                <a:srgbClr val="FF0000"/>
              </a:solidFill>
            </a:endParaRPr>
          </a:p>
          <a:p>
            <a:r>
              <a:rPr lang="en-IN" sz="2800" dirty="0">
                <a:solidFill>
                  <a:srgbClr val="00B0F0"/>
                </a:solidFill>
              </a:rPr>
              <a:t>The killing of one's father - </a:t>
            </a:r>
            <a:r>
              <a:rPr lang="en-IN" sz="2800" b="1" dirty="0">
                <a:solidFill>
                  <a:srgbClr val="FF0000"/>
                </a:solidFill>
              </a:rPr>
              <a:t>Patricide </a:t>
            </a:r>
            <a:endParaRPr lang="en-IN" sz="2800" b="1" dirty="0">
              <a:solidFill>
                <a:srgbClr val="FF0000"/>
              </a:solidFill>
            </a:endParaRPr>
          </a:p>
          <a:p>
            <a:r>
              <a:rPr lang="en-IN" sz="2800" dirty="0">
                <a:solidFill>
                  <a:srgbClr val="00B0F0"/>
                </a:solidFill>
              </a:rPr>
              <a:t>The killing of one's brother- </a:t>
            </a:r>
            <a:r>
              <a:rPr lang="en-IN" sz="2800" b="1" dirty="0" smtClean="0">
                <a:solidFill>
                  <a:srgbClr val="FF0000"/>
                </a:solidFill>
              </a:rPr>
              <a:t>Fratricide</a:t>
            </a:r>
            <a:endParaRPr lang="en-IN" sz="2800" b="1" dirty="0" smtClean="0">
              <a:solidFill>
                <a:srgbClr val="FF0000"/>
              </a:solidFill>
            </a:endParaRPr>
          </a:p>
          <a:p>
            <a:r>
              <a:rPr lang="en-IN" sz="2800" dirty="0">
                <a:solidFill>
                  <a:srgbClr val="00B0F0"/>
                </a:solidFill>
              </a:rPr>
              <a:t>The killing of one's sister- </a:t>
            </a:r>
            <a:r>
              <a:rPr lang="en-IN" sz="2800" b="1" dirty="0" smtClean="0">
                <a:solidFill>
                  <a:srgbClr val="FF0000"/>
                </a:solidFill>
              </a:rPr>
              <a:t>Sororicide</a:t>
            </a:r>
            <a:endParaRPr lang="en-IN" sz="2800" b="1" dirty="0" smtClean="0">
              <a:solidFill>
                <a:srgbClr val="FF0000"/>
              </a:solidFill>
            </a:endParaRPr>
          </a:p>
          <a:p>
            <a:r>
              <a:rPr lang="en-IN" sz="2800" dirty="0">
                <a:solidFill>
                  <a:srgbClr val="00B0F0"/>
                </a:solidFill>
              </a:rPr>
              <a:t>The killing of one's wife - </a:t>
            </a:r>
            <a:r>
              <a:rPr lang="en-IN" sz="2800" b="1" dirty="0" smtClean="0">
                <a:solidFill>
                  <a:srgbClr val="FF0000"/>
                </a:solidFill>
              </a:rPr>
              <a:t>Uxoricide</a:t>
            </a:r>
            <a:br>
              <a:rPr lang="en-IN" sz="2800" dirty="0" smtClean="0">
                <a:solidFill>
                  <a:srgbClr val="00B0F0"/>
                </a:solidFill>
              </a:rPr>
            </a:br>
            <a:r>
              <a:rPr lang="en-IN" sz="2800" dirty="0" smtClean="0">
                <a:solidFill>
                  <a:srgbClr val="00B0F0"/>
                </a:solidFill>
              </a:rPr>
              <a:t>The killing of one's husband  - </a:t>
            </a:r>
            <a:r>
              <a:rPr lang="en-IN" sz="2800" b="1" dirty="0" smtClean="0">
                <a:solidFill>
                  <a:srgbClr val="FF0000"/>
                </a:solidFill>
              </a:rPr>
              <a:t>Mariticide</a:t>
            </a:r>
            <a:endParaRPr lang="en-IN" sz="2800" b="1" dirty="0" smtClean="0">
              <a:solidFill>
                <a:srgbClr val="FF0000"/>
              </a:solidFill>
            </a:endParaRPr>
          </a:p>
          <a:p>
            <a:r>
              <a:rPr lang="en-IN" sz="2800" dirty="0">
                <a:solidFill>
                  <a:srgbClr val="00B0F0"/>
                </a:solidFill>
              </a:rPr>
              <a:t>The killing of one's parents - </a:t>
            </a:r>
            <a:r>
              <a:rPr lang="en-IN" sz="2800" b="1" dirty="0" smtClean="0">
                <a:solidFill>
                  <a:srgbClr val="FF0000"/>
                </a:solidFill>
              </a:rPr>
              <a:t>Parricide</a:t>
            </a:r>
            <a:endParaRPr lang="en-IN" sz="2800" b="1" dirty="0" smtClean="0">
              <a:solidFill>
                <a:srgbClr val="FF0000"/>
              </a:solidFill>
            </a:endParaRPr>
          </a:p>
          <a:p>
            <a:r>
              <a:rPr lang="en-IN" sz="2800" dirty="0">
                <a:solidFill>
                  <a:srgbClr val="00B0F0"/>
                </a:solidFill>
              </a:rPr>
              <a:t>The killing of a race of people- </a:t>
            </a:r>
            <a:r>
              <a:rPr lang="en-IN" sz="2800" b="1" dirty="0" smtClean="0">
                <a:solidFill>
                  <a:srgbClr val="FF0000"/>
                </a:solidFill>
              </a:rPr>
              <a:t>Genocide</a:t>
            </a:r>
            <a:br>
              <a:rPr lang="en-IN" sz="2800" dirty="0" smtClean="0">
                <a:solidFill>
                  <a:srgbClr val="00B0F0"/>
                </a:solidFill>
              </a:rPr>
            </a:br>
            <a:r>
              <a:rPr lang="en-IN" sz="2800" dirty="0">
                <a:solidFill>
                  <a:srgbClr val="00B0F0"/>
                </a:solidFill>
              </a:rPr>
              <a:t>The killing of one's children- </a:t>
            </a:r>
            <a:r>
              <a:rPr lang="en-IN" sz="2800" b="1" dirty="0">
                <a:solidFill>
                  <a:srgbClr val="FF0000"/>
                </a:solidFill>
              </a:rPr>
              <a:t>Filicide</a:t>
            </a:r>
            <a:r>
              <a:rPr lang="en-IN" sz="2800" b="1" dirty="0">
                <a:solidFill>
                  <a:srgbClr val="00B0F0"/>
                </a:solidFill>
              </a:rPr>
              <a:t> </a:t>
            </a:r>
            <a:br>
              <a:rPr lang="en-IN" sz="2800" dirty="0" smtClean="0">
                <a:solidFill>
                  <a:srgbClr val="00B0F0"/>
                </a:solidFill>
              </a:rPr>
            </a:br>
            <a:r>
              <a:rPr lang="en-IN" sz="2800" dirty="0" smtClean="0">
                <a:solidFill>
                  <a:srgbClr val="00B0F0"/>
                </a:solidFill>
              </a:rPr>
              <a:t>The </a:t>
            </a:r>
            <a:r>
              <a:rPr lang="en-IN" sz="2800" dirty="0">
                <a:solidFill>
                  <a:srgbClr val="00B0F0"/>
                </a:solidFill>
              </a:rPr>
              <a:t>killing of king - </a:t>
            </a:r>
            <a:r>
              <a:rPr lang="en-IN" sz="2800" b="1" dirty="0">
                <a:solidFill>
                  <a:srgbClr val="FF0000"/>
                </a:solidFill>
              </a:rPr>
              <a:t>Regicide </a:t>
            </a:r>
            <a:endParaRPr lang="en-IN" sz="2800" b="1" dirty="0" smtClean="0">
              <a:solidFill>
                <a:srgbClr val="FF0000"/>
              </a:solidFill>
            </a:endParaRPr>
          </a:p>
          <a:p>
            <a:endParaRPr lang="en-IN" sz="2800" b="1" dirty="0">
              <a:solidFill>
                <a:srgbClr val="00B0F0"/>
              </a:solidFill>
            </a:endParaRPr>
          </a:p>
          <a:p>
            <a:br>
              <a:rPr lang="en-IN" sz="2800" dirty="0" smtClean="0">
                <a:solidFill>
                  <a:srgbClr val="00B0F0"/>
                </a:solidFill>
              </a:rPr>
            </a:br>
            <a:br>
              <a:rPr lang="en-IN" sz="2800" dirty="0" smtClean="0">
                <a:solidFill>
                  <a:srgbClr val="00B0F0"/>
                </a:solidFill>
              </a:rPr>
            </a:br>
            <a:endParaRPr lang="en-IN" sz="2800" b="1" dirty="0" smtClean="0">
              <a:solidFill>
                <a:srgbClr val="00B0F0"/>
              </a:solidFill>
            </a:endParaRPr>
          </a:p>
          <a:p>
            <a:endParaRPr lang="en-IN" sz="2800" b="1" dirty="0" smtClean="0">
              <a:solidFill>
                <a:srgbClr val="00B0F0"/>
              </a:solidFill>
            </a:endParaRPr>
          </a:p>
          <a:p>
            <a:br>
              <a:rPr lang="en-IN" sz="2800" dirty="0" smtClean="0">
                <a:solidFill>
                  <a:srgbClr val="00B0F0"/>
                </a:solidFill>
              </a:rPr>
            </a:br>
            <a:br>
              <a:rPr lang="en-IN" sz="2800" dirty="0" smtClean="0">
                <a:solidFill>
                  <a:srgbClr val="00B0F0"/>
                </a:solidFill>
              </a:rPr>
            </a:br>
            <a:br>
              <a:rPr lang="en-IN" sz="2800" dirty="0" smtClean="0">
                <a:solidFill>
                  <a:srgbClr val="00B0F0"/>
                </a:solidFill>
              </a:rPr>
            </a:br>
            <a:endParaRPr lang="en-IN" sz="2800" b="1" dirty="0" smtClean="0">
              <a:solidFill>
                <a:srgbClr val="00B0F0"/>
              </a:solidFill>
            </a:endParaRPr>
          </a:p>
          <a:p>
            <a:br>
              <a:rPr lang="en-IN" sz="2800" dirty="0" smtClean="0">
                <a:solidFill>
                  <a:srgbClr val="00B0F0"/>
                </a:solidFill>
              </a:rPr>
            </a:br>
            <a:br>
              <a:rPr lang="en-IN" sz="2800" dirty="0" smtClean="0">
                <a:solidFill>
                  <a:srgbClr val="00B0F0"/>
                </a:solidFill>
              </a:rPr>
            </a:br>
            <a:endParaRPr lang="en-IN" sz="2800" dirty="0" smtClean="0">
              <a:solidFill>
                <a:srgbClr val="00B0F0"/>
              </a:solidFill>
            </a:endParaRPr>
          </a:p>
          <a:p>
            <a:r>
              <a:rPr lang="en-IN" sz="2800" dirty="0">
                <a:solidFill>
                  <a:srgbClr val="00B0F0"/>
                </a:solidFill>
              </a:rPr>
              <a:t>	</a:t>
            </a:r>
            <a:endParaRPr lang="en-IN" sz="28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7252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2800" dirty="0" smtClean="0">
                <a:solidFill>
                  <a:srgbClr val="00B0F0"/>
                </a:solidFill>
              </a:rPr>
              <a:t>The killing of a </a:t>
            </a:r>
            <a:r>
              <a:rPr lang="en-IN" sz="2800" dirty="0" err="1" smtClean="0">
                <a:solidFill>
                  <a:srgbClr val="00B0F0"/>
                </a:solidFill>
              </a:rPr>
              <a:t>fetus</a:t>
            </a:r>
            <a:r>
              <a:rPr lang="en-IN" sz="2800" dirty="0" smtClean="0">
                <a:solidFill>
                  <a:srgbClr val="00B0F0"/>
                </a:solidFill>
              </a:rPr>
              <a:t>; abortion – </a:t>
            </a:r>
            <a:endParaRPr lang="en-IN" sz="2800" b="1" dirty="0" smtClean="0">
              <a:solidFill>
                <a:srgbClr val="FF0000"/>
              </a:solidFill>
            </a:endParaRPr>
          </a:p>
          <a:p>
            <a:r>
              <a:rPr lang="en-IN" sz="2800" dirty="0" smtClean="0">
                <a:solidFill>
                  <a:srgbClr val="00B0F0"/>
                </a:solidFill>
              </a:rPr>
              <a:t>The Killing of infant – </a:t>
            </a:r>
            <a:endParaRPr lang="en-IN" sz="2800" b="1" dirty="0" smtClean="0">
              <a:solidFill>
                <a:srgbClr val="FF0000"/>
              </a:solidFill>
            </a:endParaRPr>
          </a:p>
          <a:p>
            <a:r>
              <a:rPr lang="en-IN" sz="2800" dirty="0">
                <a:solidFill>
                  <a:srgbClr val="00B0F0"/>
                </a:solidFill>
              </a:rPr>
              <a:t>The killing of oneself - </a:t>
            </a:r>
            <a:br>
              <a:rPr lang="en-IN" sz="2800" dirty="0" smtClean="0">
                <a:solidFill>
                  <a:srgbClr val="00B0F0"/>
                </a:solidFill>
              </a:rPr>
            </a:br>
            <a:r>
              <a:rPr lang="en-IN" sz="2800" dirty="0" smtClean="0">
                <a:solidFill>
                  <a:srgbClr val="00B0F0"/>
                </a:solidFill>
              </a:rPr>
              <a:t>The </a:t>
            </a:r>
            <a:r>
              <a:rPr lang="en-IN" sz="2800" dirty="0">
                <a:solidFill>
                  <a:srgbClr val="00B0F0"/>
                </a:solidFill>
              </a:rPr>
              <a:t>killing of human being - </a:t>
            </a:r>
            <a:endParaRPr lang="en-IN" sz="2800" b="1" dirty="0" smtClean="0">
              <a:solidFill>
                <a:srgbClr val="FF0000"/>
              </a:solidFill>
            </a:endParaRPr>
          </a:p>
          <a:p>
            <a:r>
              <a:rPr lang="en-IN" sz="2800" dirty="0">
                <a:solidFill>
                  <a:srgbClr val="00B0F0"/>
                </a:solidFill>
              </a:rPr>
              <a:t>The killing of one's mother - </a:t>
            </a:r>
            <a:endParaRPr lang="en-IN" sz="2800" b="1" dirty="0" smtClean="0">
              <a:solidFill>
                <a:srgbClr val="FF0000"/>
              </a:solidFill>
            </a:endParaRPr>
          </a:p>
          <a:p>
            <a:r>
              <a:rPr lang="en-IN" sz="2800" dirty="0">
                <a:solidFill>
                  <a:srgbClr val="00B0F0"/>
                </a:solidFill>
              </a:rPr>
              <a:t>The killing of one's father - </a:t>
            </a:r>
            <a:endParaRPr lang="en-IN" sz="2800" b="1" dirty="0">
              <a:solidFill>
                <a:srgbClr val="FF0000"/>
              </a:solidFill>
            </a:endParaRPr>
          </a:p>
          <a:p>
            <a:r>
              <a:rPr lang="en-IN" sz="2800" dirty="0">
                <a:solidFill>
                  <a:srgbClr val="00B0F0"/>
                </a:solidFill>
              </a:rPr>
              <a:t>The killing of one's brother- </a:t>
            </a:r>
            <a:endParaRPr lang="en-IN" sz="2800" b="1" dirty="0" smtClean="0">
              <a:solidFill>
                <a:srgbClr val="FF0000"/>
              </a:solidFill>
            </a:endParaRPr>
          </a:p>
          <a:p>
            <a:r>
              <a:rPr lang="en-IN" sz="2800" dirty="0">
                <a:solidFill>
                  <a:srgbClr val="00B0F0"/>
                </a:solidFill>
              </a:rPr>
              <a:t>The killing of one's sister- </a:t>
            </a:r>
            <a:endParaRPr lang="en-IN" sz="2800" b="1" dirty="0" smtClean="0">
              <a:solidFill>
                <a:srgbClr val="FF0000"/>
              </a:solidFill>
            </a:endParaRPr>
          </a:p>
          <a:p>
            <a:r>
              <a:rPr lang="en-IN" sz="2800" dirty="0">
                <a:solidFill>
                  <a:srgbClr val="00B0F0"/>
                </a:solidFill>
              </a:rPr>
              <a:t>The killing of one's wife - </a:t>
            </a:r>
            <a:br>
              <a:rPr lang="en-IN" sz="2800" dirty="0" smtClean="0">
                <a:solidFill>
                  <a:srgbClr val="00B0F0"/>
                </a:solidFill>
              </a:rPr>
            </a:br>
            <a:r>
              <a:rPr lang="en-IN" sz="2800" dirty="0" smtClean="0">
                <a:solidFill>
                  <a:srgbClr val="00B0F0"/>
                </a:solidFill>
              </a:rPr>
              <a:t>The killing of one's husband  - </a:t>
            </a:r>
            <a:endParaRPr lang="en-IN" sz="2800" b="1" dirty="0" smtClean="0">
              <a:solidFill>
                <a:srgbClr val="FF0000"/>
              </a:solidFill>
            </a:endParaRPr>
          </a:p>
          <a:p>
            <a:r>
              <a:rPr lang="en-IN" sz="2800" dirty="0">
                <a:solidFill>
                  <a:srgbClr val="00B0F0"/>
                </a:solidFill>
              </a:rPr>
              <a:t>The killing of one's parents - </a:t>
            </a:r>
            <a:endParaRPr lang="en-IN" sz="2800" b="1" dirty="0" smtClean="0">
              <a:solidFill>
                <a:srgbClr val="FF0000"/>
              </a:solidFill>
            </a:endParaRPr>
          </a:p>
          <a:p>
            <a:r>
              <a:rPr lang="en-IN" sz="2800" dirty="0">
                <a:solidFill>
                  <a:srgbClr val="00B0F0"/>
                </a:solidFill>
              </a:rPr>
              <a:t>The killing of a race of people- </a:t>
            </a:r>
            <a:br>
              <a:rPr lang="en-IN" sz="2800" dirty="0" smtClean="0">
                <a:solidFill>
                  <a:srgbClr val="00B0F0"/>
                </a:solidFill>
              </a:rPr>
            </a:br>
            <a:r>
              <a:rPr lang="en-IN" sz="2800" dirty="0">
                <a:solidFill>
                  <a:srgbClr val="00B0F0"/>
                </a:solidFill>
              </a:rPr>
              <a:t>The killing of one's children- </a:t>
            </a:r>
            <a:br>
              <a:rPr lang="en-IN" sz="2800" dirty="0" smtClean="0">
                <a:solidFill>
                  <a:srgbClr val="00B0F0"/>
                </a:solidFill>
              </a:rPr>
            </a:br>
            <a:r>
              <a:rPr lang="en-IN" sz="2800" dirty="0" smtClean="0">
                <a:solidFill>
                  <a:srgbClr val="00B0F0"/>
                </a:solidFill>
              </a:rPr>
              <a:t>The </a:t>
            </a:r>
            <a:r>
              <a:rPr lang="en-IN" sz="2800" dirty="0">
                <a:solidFill>
                  <a:srgbClr val="00B0F0"/>
                </a:solidFill>
              </a:rPr>
              <a:t>killing of king - </a:t>
            </a:r>
            <a:endParaRPr lang="en-IN" sz="2800" b="1" dirty="0" smtClean="0">
              <a:solidFill>
                <a:srgbClr val="FF0000"/>
              </a:solidFill>
            </a:endParaRPr>
          </a:p>
          <a:p>
            <a:endParaRPr lang="en-IN" sz="2800" b="1" dirty="0">
              <a:solidFill>
                <a:srgbClr val="00B0F0"/>
              </a:solidFill>
            </a:endParaRPr>
          </a:p>
          <a:p>
            <a:br>
              <a:rPr lang="en-IN" sz="2800" dirty="0" smtClean="0">
                <a:solidFill>
                  <a:srgbClr val="00B0F0"/>
                </a:solidFill>
              </a:rPr>
            </a:br>
            <a:br>
              <a:rPr lang="en-IN" sz="2800" dirty="0" smtClean="0">
                <a:solidFill>
                  <a:srgbClr val="00B0F0"/>
                </a:solidFill>
              </a:rPr>
            </a:br>
            <a:endParaRPr lang="en-IN" sz="2800" b="1" dirty="0" smtClean="0">
              <a:solidFill>
                <a:srgbClr val="00B0F0"/>
              </a:solidFill>
            </a:endParaRPr>
          </a:p>
          <a:p>
            <a:endParaRPr lang="en-IN" sz="2800" b="1" dirty="0" smtClean="0">
              <a:solidFill>
                <a:srgbClr val="00B0F0"/>
              </a:solidFill>
            </a:endParaRPr>
          </a:p>
          <a:p>
            <a:br>
              <a:rPr lang="en-IN" sz="2800" dirty="0" smtClean="0">
                <a:solidFill>
                  <a:srgbClr val="00B0F0"/>
                </a:solidFill>
              </a:rPr>
            </a:br>
            <a:br>
              <a:rPr lang="en-IN" sz="2800" dirty="0" smtClean="0">
                <a:solidFill>
                  <a:srgbClr val="00B0F0"/>
                </a:solidFill>
              </a:rPr>
            </a:br>
            <a:br>
              <a:rPr lang="en-IN" sz="2800" dirty="0" smtClean="0">
                <a:solidFill>
                  <a:srgbClr val="00B0F0"/>
                </a:solidFill>
              </a:rPr>
            </a:br>
            <a:endParaRPr lang="en-IN" sz="2800" b="1" dirty="0" smtClean="0">
              <a:solidFill>
                <a:srgbClr val="00B0F0"/>
              </a:solidFill>
            </a:endParaRPr>
          </a:p>
          <a:p>
            <a:br>
              <a:rPr lang="en-IN" sz="2800" dirty="0" smtClean="0">
                <a:solidFill>
                  <a:srgbClr val="00B0F0"/>
                </a:solidFill>
              </a:rPr>
            </a:br>
            <a:br>
              <a:rPr lang="en-IN" sz="2800" dirty="0" smtClean="0">
                <a:solidFill>
                  <a:srgbClr val="00B0F0"/>
                </a:solidFill>
              </a:rPr>
            </a:br>
            <a:endParaRPr lang="en-IN" sz="2800" dirty="0" smtClean="0">
              <a:solidFill>
                <a:srgbClr val="00B0F0"/>
              </a:solidFill>
            </a:endParaRPr>
          </a:p>
          <a:p>
            <a:r>
              <a:rPr lang="en-IN" sz="2800" dirty="0">
                <a:solidFill>
                  <a:srgbClr val="00B0F0"/>
                </a:solidFill>
              </a:rPr>
              <a:t>	</a:t>
            </a:r>
            <a:endParaRPr lang="en-IN" sz="28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8473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IN" sz="2800" dirty="0"/>
              <a:t>A person who reads the palm – </a:t>
            </a:r>
            <a:r>
              <a:rPr lang="en-IN" sz="2800" b="1" dirty="0">
                <a:solidFill>
                  <a:srgbClr val="00B0F0"/>
                </a:solidFill>
              </a:rPr>
              <a:t>Palmist </a:t>
            </a:r>
            <a:endParaRPr lang="en-IN" sz="2800" b="1" dirty="0">
              <a:solidFill>
                <a:srgbClr val="00B0F0"/>
              </a:solidFill>
            </a:endParaRPr>
          </a:p>
          <a:p>
            <a:r>
              <a:rPr lang="en-IN" sz="2800" dirty="0"/>
              <a:t>A person who foretells things by the start - </a:t>
            </a:r>
            <a:r>
              <a:rPr lang="en-IN" sz="2800" b="1" dirty="0">
                <a:solidFill>
                  <a:srgbClr val="00B0F0"/>
                </a:solidFill>
              </a:rPr>
              <a:t>Astrologer</a:t>
            </a:r>
            <a:r>
              <a:rPr lang="en-IN" sz="2800" dirty="0"/>
              <a:t> </a:t>
            </a:r>
            <a:r>
              <a:rPr lang="en-IN" sz="2800" dirty="0" smtClean="0"/>
              <a:t>          An </a:t>
            </a:r>
            <a:r>
              <a:rPr lang="en-IN" sz="2800" dirty="0"/>
              <a:t>expert in writing by hand – </a:t>
            </a:r>
            <a:r>
              <a:rPr lang="en-IN" sz="2800" b="1" dirty="0">
                <a:solidFill>
                  <a:srgbClr val="00B0F0"/>
                </a:solidFill>
              </a:rPr>
              <a:t>Chirographer </a:t>
            </a:r>
            <a:endParaRPr lang="en-IN" sz="2800" b="1" dirty="0">
              <a:solidFill>
                <a:srgbClr val="00B0F0"/>
              </a:solidFill>
            </a:endParaRPr>
          </a:p>
          <a:p>
            <a:r>
              <a:rPr lang="en-IN" sz="2800" dirty="0"/>
              <a:t>One who draws maps – </a:t>
            </a:r>
            <a:r>
              <a:rPr lang="en-IN" sz="2800" b="1" dirty="0">
                <a:solidFill>
                  <a:srgbClr val="00B0F0"/>
                </a:solidFill>
              </a:rPr>
              <a:t>Cartographer </a:t>
            </a:r>
            <a:endParaRPr lang="en-IN" sz="2800" b="1" dirty="0">
              <a:solidFill>
                <a:srgbClr val="00B0F0"/>
              </a:solidFill>
            </a:endParaRPr>
          </a:p>
          <a:p>
            <a:r>
              <a:rPr lang="en-IN" sz="2800" dirty="0"/>
              <a:t>A person who write dictionary – </a:t>
            </a:r>
            <a:r>
              <a:rPr lang="en-IN" sz="2800" b="1" dirty="0">
                <a:solidFill>
                  <a:srgbClr val="00B0F0"/>
                </a:solidFill>
              </a:rPr>
              <a:t>Lexicographer </a:t>
            </a:r>
            <a:endParaRPr lang="en-IN" sz="2800" b="1" dirty="0">
              <a:solidFill>
                <a:srgbClr val="00B0F0"/>
              </a:solidFill>
            </a:endParaRPr>
          </a:p>
          <a:p>
            <a:r>
              <a:rPr lang="en-IN" sz="2800" dirty="0"/>
              <a:t>A process of printing </a:t>
            </a:r>
            <a:r>
              <a:rPr lang="en-IN" sz="2800" dirty="0" smtClean="0"/>
              <a:t>on a hard, flat  surface </a:t>
            </a:r>
            <a:r>
              <a:rPr lang="en-IN" sz="2800" dirty="0"/>
              <a:t>– </a:t>
            </a:r>
            <a:r>
              <a:rPr lang="en-IN" sz="2800" b="1" dirty="0">
                <a:solidFill>
                  <a:srgbClr val="00B0F0"/>
                </a:solidFill>
              </a:rPr>
              <a:t>Lithography </a:t>
            </a:r>
            <a:endParaRPr lang="en-IN" sz="2800" b="1" dirty="0">
              <a:solidFill>
                <a:srgbClr val="00B0F0"/>
              </a:solidFill>
            </a:endParaRPr>
          </a:p>
          <a:p>
            <a:r>
              <a:rPr lang="en-IN" sz="2800" dirty="0" smtClean="0"/>
              <a:t>The art of writing letters and words in decorative style </a:t>
            </a:r>
            <a:r>
              <a:rPr lang="en-IN" sz="2800" dirty="0"/>
              <a:t>– </a:t>
            </a:r>
            <a:r>
              <a:rPr lang="en-IN" sz="2800" b="1" dirty="0">
                <a:solidFill>
                  <a:srgbClr val="00B0F0"/>
                </a:solidFill>
              </a:rPr>
              <a:t>calligraphy</a:t>
            </a:r>
            <a:r>
              <a:rPr lang="en-IN" sz="2800" dirty="0"/>
              <a:t> 	</a:t>
            </a:r>
            <a:endParaRPr lang="en-IN" sz="2800" dirty="0" smtClean="0"/>
          </a:p>
          <a:p>
            <a:r>
              <a:rPr lang="en-IN" sz="2800" dirty="0"/>
              <a:t>One who walks in sleep – </a:t>
            </a:r>
            <a:r>
              <a:rPr lang="en-IN" sz="2800" b="1" dirty="0">
                <a:solidFill>
                  <a:srgbClr val="00B0F0"/>
                </a:solidFill>
              </a:rPr>
              <a:t>Somnambulist </a:t>
            </a:r>
            <a:r>
              <a:rPr lang="en-IN" sz="2800" dirty="0"/>
              <a:t>	</a:t>
            </a:r>
            <a:endParaRPr lang="en-IN" sz="2800" dirty="0"/>
          </a:p>
          <a:p>
            <a:r>
              <a:rPr lang="en-IN" sz="2800" dirty="0"/>
              <a:t>An inclination to do kind or charitable acts – </a:t>
            </a:r>
            <a:r>
              <a:rPr lang="en-IN" sz="2800" b="1" dirty="0">
                <a:solidFill>
                  <a:srgbClr val="00B0F0"/>
                </a:solidFill>
              </a:rPr>
              <a:t>Benevolence </a:t>
            </a:r>
            <a:endParaRPr lang="en-IN" sz="2800" b="1" dirty="0">
              <a:solidFill>
                <a:srgbClr val="00B0F0"/>
              </a:solidFill>
            </a:endParaRPr>
          </a:p>
          <a:p>
            <a:r>
              <a:rPr lang="en-IN" sz="2800" dirty="0"/>
              <a:t>Having superior or intellectual interest and tastes – </a:t>
            </a:r>
            <a:r>
              <a:rPr lang="en-IN" sz="2800" b="1" dirty="0">
                <a:solidFill>
                  <a:srgbClr val="00B0F0"/>
                </a:solidFill>
              </a:rPr>
              <a:t>Elite </a:t>
            </a:r>
            <a:endParaRPr lang="en-IN" sz="2800" b="1" dirty="0">
              <a:solidFill>
                <a:srgbClr val="00B0F0"/>
              </a:solidFill>
            </a:endParaRPr>
          </a:p>
          <a:p>
            <a:r>
              <a:rPr lang="en-IN" sz="2800" dirty="0"/>
              <a:t>Highly attractive and able to arouse hope or desire – </a:t>
            </a:r>
            <a:r>
              <a:rPr lang="en-IN" sz="2800" b="1" dirty="0" smtClean="0">
                <a:solidFill>
                  <a:srgbClr val="00B0F0"/>
                </a:solidFill>
              </a:rPr>
              <a:t>Alluring</a:t>
            </a:r>
            <a:endParaRPr lang="en-IN" sz="2800" b="1" dirty="0" smtClean="0">
              <a:solidFill>
                <a:srgbClr val="00B0F0"/>
              </a:solidFill>
            </a:endParaRPr>
          </a:p>
          <a:p>
            <a:r>
              <a:rPr lang="en-IN" sz="2800" dirty="0"/>
              <a:t>A mournful poem written on the death of someone loved and lost – </a:t>
            </a:r>
            <a:r>
              <a:rPr lang="en-IN" sz="2800" b="1" dirty="0">
                <a:solidFill>
                  <a:srgbClr val="00B0F0"/>
                </a:solidFill>
              </a:rPr>
              <a:t>Elegy </a:t>
            </a:r>
            <a:endParaRPr lang="en-IN" sz="2800" b="1" dirty="0">
              <a:solidFill>
                <a:srgbClr val="00B0F0"/>
              </a:solidFill>
            </a:endParaRPr>
          </a:p>
          <a:p>
            <a:r>
              <a:rPr lang="en-IN" sz="2800" dirty="0"/>
              <a:t>A person who writes plays – </a:t>
            </a:r>
            <a:r>
              <a:rPr lang="en-IN" sz="2800" b="1" dirty="0">
                <a:solidFill>
                  <a:srgbClr val="00B0F0"/>
                </a:solidFill>
              </a:rPr>
              <a:t>Playwright </a:t>
            </a:r>
            <a:endParaRPr lang="en-IN" sz="2800" b="1" dirty="0">
              <a:solidFill>
                <a:srgbClr val="00B0F0"/>
              </a:solidFill>
            </a:endParaRPr>
          </a:p>
          <a:p>
            <a:r>
              <a:rPr lang="en-IN" sz="2800" dirty="0"/>
              <a:t>One who copies from other writers – </a:t>
            </a:r>
            <a:r>
              <a:rPr lang="en-IN" sz="2800" b="1" dirty="0">
                <a:solidFill>
                  <a:srgbClr val="00B0F0"/>
                </a:solidFill>
              </a:rPr>
              <a:t>Plagiarist</a:t>
            </a:r>
            <a:r>
              <a:rPr lang="en-IN" sz="2800" dirty="0"/>
              <a:t> 	</a:t>
            </a:r>
            <a:endParaRPr lang="en-IN" sz="2800" dirty="0"/>
          </a:p>
          <a:p>
            <a:r>
              <a:rPr lang="en-IN" sz="2800" dirty="0" smtClean="0"/>
              <a:t> </a:t>
            </a:r>
            <a:r>
              <a:rPr lang="en-IN" sz="2800" dirty="0"/>
              <a:t>	</a:t>
            </a:r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161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IN" sz="2800" dirty="0"/>
              <a:t>A person who reads the palm – </a:t>
            </a:r>
            <a:endParaRPr lang="en-IN" sz="2800" b="1" dirty="0">
              <a:solidFill>
                <a:srgbClr val="00B0F0"/>
              </a:solidFill>
            </a:endParaRPr>
          </a:p>
          <a:p>
            <a:r>
              <a:rPr lang="en-IN" sz="2800" dirty="0"/>
              <a:t>A person who foretells things by the start - </a:t>
            </a:r>
            <a:r>
              <a:rPr lang="en-IN" sz="2800" dirty="0" smtClean="0"/>
              <a:t>An </a:t>
            </a:r>
            <a:r>
              <a:rPr lang="en-IN" sz="2800" dirty="0"/>
              <a:t>expert in writing by hand – </a:t>
            </a:r>
            <a:endParaRPr lang="en-IN" sz="2800" b="1" dirty="0">
              <a:solidFill>
                <a:srgbClr val="00B0F0"/>
              </a:solidFill>
            </a:endParaRPr>
          </a:p>
          <a:p>
            <a:r>
              <a:rPr lang="en-IN" sz="2800" dirty="0"/>
              <a:t>One who draws maps – </a:t>
            </a:r>
            <a:endParaRPr lang="en-IN" sz="2800" b="1" dirty="0">
              <a:solidFill>
                <a:srgbClr val="00B0F0"/>
              </a:solidFill>
            </a:endParaRPr>
          </a:p>
          <a:p>
            <a:r>
              <a:rPr lang="en-IN" sz="2800" dirty="0"/>
              <a:t>A person who write dictionary – </a:t>
            </a:r>
            <a:endParaRPr lang="en-IN" sz="2800" b="1" dirty="0">
              <a:solidFill>
                <a:srgbClr val="00B0F0"/>
              </a:solidFill>
            </a:endParaRPr>
          </a:p>
          <a:p>
            <a:r>
              <a:rPr lang="en-IN" sz="2800" dirty="0"/>
              <a:t>A process of printing </a:t>
            </a:r>
            <a:r>
              <a:rPr lang="en-IN" sz="2800" dirty="0" smtClean="0"/>
              <a:t>on a hard, flat  surface </a:t>
            </a:r>
            <a:r>
              <a:rPr lang="en-IN" sz="2800" dirty="0"/>
              <a:t>– </a:t>
            </a:r>
            <a:endParaRPr lang="en-IN" sz="2800" b="1" dirty="0">
              <a:solidFill>
                <a:srgbClr val="00B0F0"/>
              </a:solidFill>
            </a:endParaRPr>
          </a:p>
          <a:p>
            <a:r>
              <a:rPr lang="en-IN" sz="2800" dirty="0" smtClean="0"/>
              <a:t>The art of writing letters and words in decorative style –</a:t>
            </a:r>
            <a:r>
              <a:rPr lang="en-IN" sz="2800" dirty="0"/>
              <a:t>	</a:t>
            </a:r>
            <a:endParaRPr lang="en-IN" sz="2800" dirty="0" smtClean="0"/>
          </a:p>
          <a:p>
            <a:r>
              <a:rPr lang="en-IN" sz="2800" dirty="0"/>
              <a:t>One who walks in sleep – </a:t>
            </a:r>
            <a:endParaRPr lang="en-IN" sz="2800" dirty="0"/>
          </a:p>
          <a:p>
            <a:r>
              <a:rPr lang="en-IN" sz="2800" dirty="0"/>
              <a:t>An inclination to do kind or charitable acts – </a:t>
            </a:r>
            <a:endParaRPr lang="en-IN" sz="2800" b="1" dirty="0">
              <a:solidFill>
                <a:srgbClr val="00B0F0"/>
              </a:solidFill>
            </a:endParaRPr>
          </a:p>
          <a:p>
            <a:r>
              <a:rPr lang="en-IN" sz="2800" dirty="0"/>
              <a:t>Having superior or intellectual interest and tastes – </a:t>
            </a:r>
            <a:endParaRPr lang="en-IN" sz="2800" b="1" dirty="0">
              <a:solidFill>
                <a:srgbClr val="00B0F0"/>
              </a:solidFill>
            </a:endParaRPr>
          </a:p>
          <a:p>
            <a:r>
              <a:rPr lang="en-IN" sz="2800" dirty="0"/>
              <a:t>Highly attractive and able to arouse hope or desire – </a:t>
            </a:r>
            <a:endParaRPr lang="en-IN" sz="2800" b="1" dirty="0" smtClean="0">
              <a:solidFill>
                <a:srgbClr val="00B0F0"/>
              </a:solidFill>
            </a:endParaRPr>
          </a:p>
          <a:p>
            <a:r>
              <a:rPr lang="en-IN" sz="2800" dirty="0"/>
              <a:t>A mournful poem written on the death of someone loved and lost – </a:t>
            </a:r>
            <a:endParaRPr lang="en-IN" sz="2800" b="1" dirty="0">
              <a:solidFill>
                <a:srgbClr val="00B0F0"/>
              </a:solidFill>
            </a:endParaRPr>
          </a:p>
          <a:p>
            <a:r>
              <a:rPr lang="en-IN" sz="2800" dirty="0"/>
              <a:t>A person who writes plays – </a:t>
            </a:r>
            <a:endParaRPr lang="en-IN" sz="2800" b="1" dirty="0">
              <a:solidFill>
                <a:srgbClr val="00B0F0"/>
              </a:solidFill>
            </a:endParaRPr>
          </a:p>
          <a:p>
            <a:r>
              <a:rPr lang="en-IN" sz="2800" dirty="0"/>
              <a:t>One who copies from other writers </a:t>
            </a:r>
            <a:r>
              <a:rPr lang="en-IN" sz="2800" dirty="0" smtClean="0"/>
              <a:t>–</a:t>
            </a:r>
            <a:r>
              <a:rPr lang="en-IN" sz="2800" dirty="0"/>
              <a:t>	</a:t>
            </a:r>
            <a:endParaRPr lang="en-IN" sz="2800" dirty="0"/>
          </a:p>
          <a:p>
            <a:r>
              <a:rPr lang="en-IN" sz="2800" dirty="0" smtClean="0"/>
              <a:t> </a:t>
            </a:r>
            <a:r>
              <a:rPr lang="en-IN" sz="2800" dirty="0"/>
              <a:t>	</a:t>
            </a:r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44983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2800" dirty="0"/>
              <a:t>T</a:t>
            </a:r>
            <a:r>
              <a:rPr lang="en-IN" sz="2800" dirty="0" smtClean="0"/>
              <a:t>he </a:t>
            </a:r>
            <a:r>
              <a:rPr lang="en-IN" sz="2800" dirty="0"/>
              <a:t>study of </a:t>
            </a:r>
            <a:r>
              <a:rPr lang="en-IN" sz="2800" dirty="0" smtClean="0"/>
              <a:t>bacteria – </a:t>
            </a:r>
            <a:r>
              <a:rPr lang="en-IN" sz="2800" b="1" dirty="0" smtClean="0">
                <a:solidFill>
                  <a:srgbClr val="00B0F0"/>
                </a:solidFill>
              </a:rPr>
              <a:t>Bacteriology</a:t>
            </a:r>
            <a:endParaRPr lang="en-IN" sz="2800" b="1" dirty="0" smtClean="0">
              <a:solidFill>
                <a:srgbClr val="00B0F0"/>
              </a:solidFill>
            </a:endParaRPr>
          </a:p>
          <a:p>
            <a:r>
              <a:rPr lang="en-IN" sz="2800" dirty="0" smtClean="0"/>
              <a:t>The </a:t>
            </a:r>
            <a:r>
              <a:rPr lang="en-IN" sz="2800" dirty="0"/>
              <a:t>study of </a:t>
            </a:r>
            <a:r>
              <a:rPr lang="en-IN" sz="2800" dirty="0" smtClean="0"/>
              <a:t>food –</a:t>
            </a:r>
            <a:r>
              <a:rPr lang="en-IN" sz="2800" b="1" dirty="0" smtClean="0"/>
              <a:t> </a:t>
            </a:r>
            <a:r>
              <a:rPr lang="en-IN" sz="2800" b="1" dirty="0" smtClean="0">
                <a:solidFill>
                  <a:srgbClr val="00B0F0"/>
                </a:solidFill>
              </a:rPr>
              <a:t>Bromatology</a:t>
            </a:r>
            <a:endParaRPr lang="en-IN" sz="2800" b="1" dirty="0" smtClean="0">
              <a:solidFill>
                <a:srgbClr val="00B0F0"/>
              </a:solidFill>
            </a:endParaRPr>
          </a:p>
          <a:p>
            <a:r>
              <a:rPr lang="en-IN" sz="2800" dirty="0"/>
              <a:t>T</a:t>
            </a:r>
            <a:r>
              <a:rPr lang="en-IN" sz="2800" dirty="0" smtClean="0"/>
              <a:t>he </a:t>
            </a:r>
            <a:r>
              <a:rPr lang="en-IN" sz="2800" dirty="0"/>
              <a:t>study of the </a:t>
            </a:r>
            <a:r>
              <a:rPr lang="en-IN" sz="2800" dirty="0" smtClean="0"/>
              <a:t>heart –</a:t>
            </a:r>
            <a:r>
              <a:rPr lang="en-IN" sz="2800" b="1" dirty="0" smtClean="0"/>
              <a:t> </a:t>
            </a:r>
            <a:r>
              <a:rPr lang="en-IN" sz="2800" b="1" dirty="0" smtClean="0">
                <a:solidFill>
                  <a:srgbClr val="00B0F0"/>
                </a:solidFill>
              </a:rPr>
              <a:t>Cardiology</a:t>
            </a:r>
            <a:endParaRPr lang="en-IN" sz="2800" b="1" dirty="0" smtClean="0">
              <a:solidFill>
                <a:srgbClr val="00B0F0"/>
              </a:solidFill>
            </a:endParaRPr>
          </a:p>
          <a:p>
            <a:r>
              <a:rPr lang="en-IN" sz="2800" dirty="0"/>
              <a:t>T</a:t>
            </a:r>
            <a:r>
              <a:rPr lang="en-IN" sz="2800" dirty="0" smtClean="0"/>
              <a:t>he </a:t>
            </a:r>
            <a:r>
              <a:rPr lang="en-IN" sz="2800" dirty="0"/>
              <a:t>study of </a:t>
            </a:r>
            <a:r>
              <a:rPr lang="en-IN" sz="2800" dirty="0" smtClean="0"/>
              <a:t>insects –</a:t>
            </a:r>
            <a:r>
              <a:rPr lang="en-IN" sz="2800" b="1" dirty="0" smtClean="0"/>
              <a:t> </a:t>
            </a:r>
            <a:r>
              <a:rPr lang="en-IN" sz="2800" b="1" dirty="0" smtClean="0">
                <a:solidFill>
                  <a:srgbClr val="00B0F0"/>
                </a:solidFill>
              </a:rPr>
              <a:t>Entomology</a:t>
            </a:r>
            <a:endParaRPr lang="en-IN" sz="2800" b="1" dirty="0" smtClean="0">
              <a:solidFill>
                <a:srgbClr val="00B0F0"/>
              </a:solidFill>
            </a:endParaRPr>
          </a:p>
          <a:p>
            <a:r>
              <a:rPr lang="en-IN" sz="2800" dirty="0" smtClean="0"/>
              <a:t>The </a:t>
            </a:r>
            <a:r>
              <a:rPr lang="en-IN" sz="2800" dirty="0"/>
              <a:t>study of </a:t>
            </a:r>
            <a:r>
              <a:rPr lang="en-IN" sz="2800" dirty="0" smtClean="0"/>
              <a:t>birds  - </a:t>
            </a:r>
            <a:r>
              <a:rPr lang="en-IN" sz="2800" b="1" dirty="0" smtClean="0">
                <a:solidFill>
                  <a:srgbClr val="00B0F0"/>
                </a:solidFill>
              </a:rPr>
              <a:t>Ornithology</a:t>
            </a:r>
            <a:endParaRPr lang="en-IN" sz="2800" b="1" dirty="0" smtClean="0">
              <a:solidFill>
                <a:srgbClr val="00B0F0"/>
              </a:solidFill>
            </a:endParaRPr>
          </a:p>
          <a:p>
            <a:r>
              <a:rPr lang="en-IN" sz="2800" b="0" dirty="0" smtClean="0"/>
              <a:t>The Study of Humans - </a:t>
            </a:r>
            <a:r>
              <a:rPr lang="en-IN" sz="2800" b="1" dirty="0">
                <a:solidFill>
                  <a:srgbClr val="00B0F0"/>
                </a:solidFill>
              </a:rPr>
              <a:t>Anthropology </a:t>
            </a:r>
            <a:endParaRPr lang="en-IN" sz="2800" b="1" dirty="0" smtClean="0">
              <a:solidFill>
                <a:srgbClr val="00B0F0"/>
              </a:solidFill>
            </a:endParaRPr>
          </a:p>
          <a:p>
            <a:r>
              <a:rPr lang="en-IN" sz="2800" b="0" dirty="0" smtClean="0"/>
              <a:t>The Study of Bees - </a:t>
            </a:r>
            <a:r>
              <a:rPr lang="en-IN" sz="2800" b="1" dirty="0">
                <a:solidFill>
                  <a:srgbClr val="00B0F0"/>
                </a:solidFill>
              </a:rPr>
              <a:t>Apiology </a:t>
            </a:r>
            <a:endParaRPr lang="en-IN" sz="2800" b="1" dirty="0" smtClean="0">
              <a:solidFill>
                <a:srgbClr val="00B0F0"/>
              </a:solidFill>
            </a:endParaRPr>
          </a:p>
          <a:p>
            <a:r>
              <a:rPr lang="en-IN" sz="2800" b="0" dirty="0" smtClean="0"/>
              <a:t>The Study of celestial bodies - </a:t>
            </a:r>
            <a:r>
              <a:rPr lang="en-IN" sz="2800" b="1" dirty="0">
                <a:solidFill>
                  <a:srgbClr val="00B0F0"/>
                </a:solidFill>
              </a:rPr>
              <a:t>Astronomy </a:t>
            </a:r>
            <a:endParaRPr lang="en-IN" sz="2800" b="1" dirty="0" smtClean="0">
              <a:solidFill>
                <a:srgbClr val="00B0F0"/>
              </a:solidFill>
            </a:endParaRPr>
          </a:p>
          <a:p>
            <a:r>
              <a:rPr lang="en-IN" sz="2800" dirty="0" smtClean="0"/>
              <a:t>The study </a:t>
            </a:r>
            <a:r>
              <a:rPr lang="en-IN" sz="2800" dirty="0"/>
              <a:t>of the </a:t>
            </a:r>
            <a:r>
              <a:rPr lang="en-IN" sz="2800" dirty="0" smtClean="0"/>
              <a:t>atmosphere – </a:t>
            </a:r>
            <a:r>
              <a:rPr lang="en-IN" sz="2800" b="1" dirty="0" smtClean="0">
                <a:solidFill>
                  <a:srgbClr val="00B0F0"/>
                </a:solidFill>
              </a:rPr>
              <a:t>Aerology</a:t>
            </a:r>
            <a:endParaRPr lang="en-IN" sz="2800" b="1" dirty="0" smtClean="0">
              <a:solidFill>
                <a:srgbClr val="00B0F0"/>
              </a:solidFill>
            </a:endParaRPr>
          </a:p>
          <a:p>
            <a:r>
              <a:rPr lang="en-IN" sz="2800" dirty="0" smtClean="0"/>
              <a:t>The study </a:t>
            </a:r>
            <a:r>
              <a:rPr lang="en-IN" sz="2800" dirty="0"/>
              <a:t>of </a:t>
            </a:r>
            <a:r>
              <a:rPr lang="en-IN" sz="2800" dirty="0" smtClean="0"/>
              <a:t>life – </a:t>
            </a:r>
            <a:r>
              <a:rPr lang="en-IN" sz="2800" b="1" dirty="0" smtClean="0">
                <a:solidFill>
                  <a:srgbClr val="00B0F0"/>
                </a:solidFill>
              </a:rPr>
              <a:t>Biology</a:t>
            </a:r>
            <a:endParaRPr lang="en-IN" sz="2800" b="1" dirty="0" smtClean="0">
              <a:solidFill>
                <a:srgbClr val="00B0F0"/>
              </a:solidFill>
            </a:endParaRPr>
          </a:p>
          <a:p>
            <a:r>
              <a:rPr lang="en-IN" sz="2800" dirty="0" smtClean="0"/>
              <a:t>The study </a:t>
            </a:r>
            <a:r>
              <a:rPr lang="en-IN" sz="2800" dirty="0"/>
              <a:t>of </a:t>
            </a:r>
            <a:r>
              <a:rPr lang="en-IN" sz="2800" dirty="0" smtClean="0"/>
              <a:t>plants – </a:t>
            </a:r>
            <a:r>
              <a:rPr lang="en-IN" sz="2800" b="1" dirty="0" smtClean="0">
                <a:solidFill>
                  <a:srgbClr val="00B0F0"/>
                </a:solidFill>
              </a:rPr>
              <a:t>Botany</a:t>
            </a:r>
            <a:endParaRPr lang="en-IN" sz="2800" b="1" dirty="0" smtClean="0">
              <a:solidFill>
                <a:srgbClr val="00B0F0"/>
              </a:solidFill>
            </a:endParaRPr>
          </a:p>
          <a:p>
            <a:r>
              <a:rPr lang="en-IN" sz="2800" dirty="0" smtClean="0"/>
              <a:t>The study </a:t>
            </a:r>
            <a:r>
              <a:rPr lang="en-IN" sz="2800" dirty="0"/>
              <a:t>of </a:t>
            </a:r>
            <a:r>
              <a:rPr lang="en-IN" sz="2800" dirty="0" smtClean="0"/>
              <a:t>animals – </a:t>
            </a:r>
            <a:r>
              <a:rPr lang="en-IN" sz="2800" b="1" dirty="0" smtClean="0">
                <a:solidFill>
                  <a:srgbClr val="00B0F0"/>
                </a:solidFill>
              </a:rPr>
              <a:t>Zoology</a:t>
            </a:r>
            <a:endParaRPr lang="en-IN" sz="2800" b="1" dirty="0" smtClean="0">
              <a:solidFill>
                <a:srgbClr val="00B0F0"/>
              </a:solidFill>
            </a:endParaRPr>
          </a:p>
          <a:p>
            <a:r>
              <a:rPr lang="en-IN" sz="2800" dirty="0" smtClean="0"/>
              <a:t>The study </a:t>
            </a:r>
            <a:r>
              <a:rPr lang="en-IN" sz="2800" dirty="0"/>
              <a:t>of the rocks of a </a:t>
            </a:r>
            <a:r>
              <a:rPr lang="en-IN" sz="2800" dirty="0" smtClean="0"/>
              <a:t>planet – </a:t>
            </a:r>
            <a:r>
              <a:rPr lang="en-IN" sz="2800" b="1" dirty="0" smtClean="0">
                <a:solidFill>
                  <a:srgbClr val="00B0F0"/>
                </a:solidFill>
              </a:rPr>
              <a:t>Geology</a:t>
            </a:r>
            <a:endParaRPr lang="en-IN" sz="2800" b="1" dirty="0" smtClean="0">
              <a:solidFill>
                <a:srgbClr val="00B0F0"/>
              </a:solidFill>
            </a:endParaRPr>
          </a:p>
          <a:p>
            <a:r>
              <a:rPr lang="en-IN" sz="2800" dirty="0" smtClean="0"/>
              <a:t>The study </a:t>
            </a:r>
            <a:r>
              <a:rPr lang="en-IN" sz="2800" dirty="0"/>
              <a:t>of the </a:t>
            </a:r>
            <a:r>
              <a:rPr lang="en-IN" sz="2800" dirty="0" smtClean="0"/>
              <a:t>universe -  </a:t>
            </a:r>
            <a:r>
              <a:rPr lang="en-IN" sz="2800" b="1" dirty="0" smtClean="0">
                <a:solidFill>
                  <a:srgbClr val="00B0F0"/>
                </a:solidFill>
              </a:rPr>
              <a:t>Cosmology</a:t>
            </a:r>
            <a:endParaRPr lang="en-IN" sz="2800" b="1" dirty="0" smtClean="0">
              <a:solidFill>
                <a:srgbClr val="00B0F0"/>
              </a:solidFill>
            </a:endParaRPr>
          </a:p>
          <a:p>
            <a:endParaRPr lang="en-IN" sz="2800" dirty="0"/>
          </a:p>
          <a:p>
            <a:br>
              <a:rPr lang="en-IN" sz="2800" dirty="0" smtClean="0"/>
            </a:br>
            <a:endParaRPr lang="en-IN" sz="2800" dirty="0"/>
          </a:p>
          <a:p>
            <a:br>
              <a:rPr lang="en-IN" sz="2800" dirty="0" smtClean="0"/>
            </a:br>
            <a:endParaRPr lang="en-IN" sz="2800" dirty="0" smtClean="0"/>
          </a:p>
          <a:p>
            <a:endParaRPr lang="en-IN" sz="2800" dirty="0"/>
          </a:p>
          <a:p>
            <a:br>
              <a:rPr lang="en-IN" sz="2800" dirty="0" smtClean="0"/>
            </a:br>
            <a:r>
              <a:rPr lang="en-IN" sz="2800" dirty="0" smtClean="0"/>
              <a:t> </a:t>
            </a:r>
            <a:br>
              <a:rPr lang="en-IN" sz="2800" dirty="0" smtClean="0"/>
            </a:br>
            <a:r>
              <a:rPr lang="en-IN" sz="2800" dirty="0" smtClean="0"/>
              <a:t> </a:t>
            </a:r>
            <a:br>
              <a:rPr lang="en-IN" sz="2800" dirty="0" smtClean="0"/>
            </a:br>
            <a:r>
              <a:rPr lang="en-IN" sz="2800" dirty="0" smtClean="0"/>
              <a:t> </a:t>
            </a:r>
            <a:br>
              <a:rPr lang="en-IN" sz="2800" dirty="0" smtClean="0"/>
            </a:br>
            <a:endParaRPr lang="en-IN" sz="2800" dirty="0"/>
          </a:p>
          <a:p>
            <a:br>
              <a:rPr lang="en-IN" sz="2800" dirty="0" smtClean="0"/>
            </a:br>
            <a:endParaRPr lang="en-IN" sz="2800" dirty="0"/>
          </a:p>
          <a:p>
            <a:br>
              <a:rPr lang="en-IN" sz="2800" dirty="0" smtClean="0"/>
            </a:br>
            <a:endParaRPr lang="en-IN" sz="2800" dirty="0"/>
          </a:p>
          <a:p>
            <a:br>
              <a:rPr lang="en-IN" sz="2800" dirty="0" smtClean="0"/>
            </a:br>
            <a:endParaRPr lang="en-IN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44983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2800" dirty="0"/>
              <a:t>T</a:t>
            </a:r>
            <a:r>
              <a:rPr lang="en-IN" sz="2800" dirty="0" smtClean="0"/>
              <a:t>he </a:t>
            </a:r>
            <a:r>
              <a:rPr lang="en-IN" sz="2800" dirty="0"/>
              <a:t>study of </a:t>
            </a:r>
            <a:r>
              <a:rPr lang="en-IN" sz="2800" dirty="0" smtClean="0"/>
              <a:t>bacteria – </a:t>
            </a:r>
            <a:endParaRPr lang="en-IN" sz="2800" b="1" dirty="0" smtClean="0">
              <a:solidFill>
                <a:srgbClr val="00B0F0"/>
              </a:solidFill>
            </a:endParaRPr>
          </a:p>
          <a:p>
            <a:r>
              <a:rPr lang="en-IN" sz="2800" dirty="0" smtClean="0"/>
              <a:t>The </a:t>
            </a:r>
            <a:r>
              <a:rPr lang="en-IN" sz="2800" dirty="0"/>
              <a:t>study of </a:t>
            </a:r>
            <a:r>
              <a:rPr lang="en-IN" sz="2800" dirty="0" smtClean="0"/>
              <a:t>food –</a:t>
            </a:r>
            <a:r>
              <a:rPr lang="en-IN" sz="2800" b="1" dirty="0" smtClean="0"/>
              <a:t> </a:t>
            </a:r>
            <a:endParaRPr lang="en-IN" sz="2800" b="1" dirty="0" smtClean="0">
              <a:solidFill>
                <a:srgbClr val="00B0F0"/>
              </a:solidFill>
            </a:endParaRPr>
          </a:p>
          <a:p>
            <a:r>
              <a:rPr lang="en-IN" sz="2800" dirty="0"/>
              <a:t>T</a:t>
            </a:r>
            <a:r>
              <a:rPr lang="en-IN" sz="2800" dirty="0" smtClean="0"/>
              <a:t>he </a:t>
            </a:r>
            <a:r>
              <a:rPr lang="en-IN" sz="2800" dirty="0"/>
              <a:t>study of the </a:t>
            </a:r>
            <a:r>
              <a:rPr lang="en-IN" sz="2800" dirty="0" smtClean="0"/>
              <a:t>heart –</a:t>
            </a:r>
            <a:r>
              <a:rPr lang="en-IN" sz="2800" b="1" dirty="0" smtClean="0"/>
              <a:t> </a:t>
            </a:r>
            <a:endParaRPr lang="en-IN" sz="2800" b="1" dirty="0" smtClean="0">
              <a:solidFill>
                <a:srgbClr val="00B0F0"/>
              </a:solidFill>
            </a:endParaRPr>
          </a:p>
          <a:p>
            <a:r>
              <a:rPr lang="en-IN" sz="2800" dirty="0"/>
              <a:t>T</a:t>
            </a:r>
            <a:r>
              <a:rPr lang="en-IN" sz="2800" dirty="0" smtClean="0"/>
              <a:t>he </a:t>
            </a:r>
            <a:r>
              <a:rPr lang="en-IN" sz="2800" dirty="0"/>
              <a:t>study of </a:t>
            </a:r>
            <a:r>
              <a:rPr lang="en-IN" sz="2800" dirty="0" smtClean="0"/>
              <a:t>insects –</a:t>
            </a:r>
            <a:r>
              <a:rPr lang="en-IN" sz="2800" b="1" dirty="0" smtClean="0"/>
              <a:t> </a:t>
            </a:r>
            <a:endParaRPr lang="en-IN" sz="2800" b="1" dirty="0" smtClean="0">
              <a:solidFill>
                <a:srgbClr val="00B0F0"/>
              </a:solidFill>
            </a:endParaRPr>
          </a:p>
          <a:p>
            <a:r>
              <a:rPr lang="en-IN" sz="2800" dirty="0" smtClean="0"/>
              <a:t>The </a:t>
            </a:r>
            <a:r>
              <a:rPr lang="en-IN" sz="2800" dirty="0"/>
              <a:t>study of </a:t>
            </a:r>
            <a:r>
              <a:rPr lang="en-IN" sz="2800" dirty="0" smtClean="0"/>
              <a:t>birds  -</a:t>
            </a:r>
            <a:endParaRPr lang="en-IN" sz="2800" b="1" dirty="0" smtClean="0">
              <a:solidFill>
                <a:srgbClr val="00B0F0"/>
              </a:solidFill>
            </a:endParaRPr>
          </a:p>
          <a:p>
            <a:r>
              <a:rPr lang="en-IN" sz="2800" b="0" dirty="0" smtClean="0"/>
              <a:t>The Study of Humans -</a:t>
            </a:r>
            <a:endParaRPr lang="en-IN" sz="2800" b="1" dirty="0" smtClean="0">
              <a:solidFill>
                <a:srgbClr val="00B0F0"/>
              </a:solidFill>
            </a:endParaRPr>
          </a:p>
          <a:p>
            <a:r>
              <a:rPr lang="en-IN" sz="2800" b="0" dirty="0" smtClean="0"/>
              <a:t>The Study of Bees -</a:t>
            </a:r>
            <a:endParaRPr lang="en-IN" sz="2800" b="1" dirty="0" smtClean="0">
              <a:solidFill>
                <a:srgbClr val="00B0F0"/>
              </a:solidFill>
            </a:endParaRPr>
          </a:p>
          <a:p>
            <a:r>
              <a:rPr lang="en-IN" sz="2800" b="0" dirty="0" smtClean="0"/>
              <a:t>The Study of celestial bodies -</a:t>
            </a:r>
            <a:endParaRPr lang="en-IN" sz="2800" b="1" dirty="0" smtClean="0">
              <a:solidFill>
                <a:srgbClr val="00B0F0"/>
              </a:solidFill>
            </a:endParaRPr>
          </a:p>
          <a:p>
            <a:r>
              <a:rPr lang="en-IN" sz="2800" dirty="0" smtClean="0"/>
              <a:t>The study </a:t>
            </a:r>
            <a:r>
              <a:rPr lang="en-IN" sz="2800" dirty="0"/>
              <a:t>of the </a:t>
            </a:r>
            <a:r>
              <a:rPr lang="en-IN" sz="2800" dirty="0" smtClean="0"/>
              <a:t>atmosphere – </a:t>
            </a:r>
            <a:endParaRPr lang="en-IN" sz="2800" b="1" dirty="0" smtClean="0">
              <a:solidFill>
                <a:srgbClr val="00B0F0"/>
              </a:solidFill>
            </a:endParaRPr>
          </a:p>
          <a:p>
            <a:r>
              <a:rPr lang="en-IN" sz="2800" dirty="0" smtClean="0"/>
              <a:t>The study </a:t>
            </a:r>
            <a:r>
              <a:rPr lang="en-IN" sz="2800" dirty="0"/>
              <a:t>of </a:t>
            </a:r>
            <a:r>
              <a:rPr lang="en-IN" sz="2800" dirty="0" smtClean="0"/>
              <a:t>life – </a:t>
            </a:r>
            <a:endParaRPr lang="en-IN" sz="2800" b="1" dirty="0" smtClean="0">
              <a:solidFill>
                <a:srgbClr val="00B0F0"/>
              </a:solidFill>
            </a:endParaRPr>
          </a:p>
          <a:p>
            <a:r>
              <a:rPr lang="en-IN" sz="2800" dirty="0" smtClean="0"/>
              <a:t>The study </a:t>
            </a:r>
            <a:r>
              <a:rPr lang="en-IN" sz="2800" dirty="0"/>
              <a:t>of </a:t>
            </a:r>
            <a:r>
              <a:rPr lang="en-IN" sz="2800" dirty="0" smtClean="0"/>
              <a:t>plants – </a:t>
            </a:r>
            <a:endParaRPr lang="en-IN" sz="2800" b="1" dirty="0" smtClean="0">
              <a:solidFill>
                <a:srgbClr val="00B0F0"/>
              </a:solidFill>
            </a:endParaRPr>
          </a:p>
          <a:p>
            <a:r>
              <a:rPr lang="en-IN" sz="2800" dirty="0" smtClean="0"/>
              <a:t>The study </a:t>
            </a:r>
            <a:r>
              <a:rPr lang="en-IN" sz="2800" dirty="0"/>
              <a:t>of </a:t>
            </a:r>
            <a:r>
              <a:rPr lang="en-IN" sz="2800" dirty="0" smtClean="0"/>
              <a:t>animals – </a:t>
            </a:r>
            <a:endParaRPr lang="en-IN" sz="2800" b="1" dirty="0" smtClean="0">
              <a:solidFill>
                <a:srgbClr val="00B0F0"/>
              </a:solidFill>
            </a:endParaRPr>
          </a:p>
          <a:p>
            <a:r>
              <a:rPr lang="en-IN" sz="2800" dirty="0" smtClean="0"/>
              <a:t>The study </a:t>
            </a:r>
            <a:r>
              <a:rPr lang="en-IN" sz="2800" dirty="0"/>
              <a:t>of the rocks of a </a:t>
            </a:r>
            <a:r>
              <a:rPr lang="en-IN" sz="2800" dirty="0" smtClean="0"/>
              <a:t>planet – </a:t>
            </a:r>
            <a:endParaRPr lang="en-IN" sz="2800" b="1" dirty="0" smtClean="0">
              <a:solidFill>
                <a:srgbClr val="00B0F0"/>
              </a:solidFill>
            </a:endParaRPr>
          </a:p>
          <a:p>
            <a:r>
              <a:rPr lang="en-IN" sz="2800" dirty="0" smtClean="0"/>
              <a:t>The study </a:t>
            </a:r>
            <a:r>
              <a:rPr lang="en-IN" sz="2800" dirty="0"/>
              <a:t>of the </a:t>
            </a:r>
            <a:r>
              <a:rPr lang="en-IN" sz="2800" dirty="0" smtClean="0"/>
              <a:t>universe -</a:t>
            </a:r>
            <a:endParaRPr lang="en-IN" sz="2800" b="1" dirty="0" smtClean="0">
              <a:solidFill>
                <a:srgbClr val="00B0F0"/>
              </a:solidFill>
            </a:endParaRPr>
          </a:p>
          <a:p>
            <a:endParaRPr lang="en-IN" sz="2800" dirty="0"/>
          </a:p>
          <a:p>
            <a:br>
              <a:rPr lang="en-IN" sz="2800" dirty="0" smtClean="0"/>
            </a:br>
            <a:endParaRPr lang="en-IN" sz="2800" dirty="0"/>
          </a:p>
          <a:p>
            <a:br>
              <a:rPr lang="en-IN" sz="2800" dirty="0" smtClean="0"/>
            </a:br>
            <a:endParaRPr lang="en-IN" sz="2800" dirty="0" smtClean="0"/>
          </a:p>
          <a:p>
            <a:endParaRPr lang="en-IN" sz="2800" dirty="0"/>
          </a:p>
          <a:p>
            <a:br>
              <a:rPr lang="en-IN" sz="2800" dirty="0" smtClean="0"/>
            </a:br>
            <a:r>
              <a:rPr lang="en-IN" sz="2800" dirty="0" smtClean="0"/>
              <a:t> </a:t>
            </a:r>
            <a:br>
              <a:rPr lang="en-IN" sz="2800" dirty="0" smtClean="0"/>
            </a:br>
            <a:r>
              <a:rPr lang="en-IN" sz="2800" dirty="0" smtClean="0"/>
              <a:t> </a:t>
            </a:r>
            <a:br>
              <a:rPr lang="en-IN" sz="2800" dirty="0" smtClean="0"/>
            </a:br>
            <a:r>
              <a:rPr lang="en-IN" sz="2800" dirty="0" smtClean="0"/>
              <a:t> </a:t>
            </a:r>
            <a:br>
              <a:rPr lang="en-IN" sz="2800" dirty="0" smtClean="0"/>
            </a:br>
            <a:endParaRPr lang="en-IN" sz="2800" dirty="0"/>
          </a:p>
          <a:p>
            <a:br>
              <a:rPr lang="en-IN" sz="2800" dirty="0" smtClean="0"/>
            </a:br>
            <a:endParaRPr lang="en-IN" sz="2800" dirty="0"/>
          </a:p>
          <a:p>
            <a:br>
              <a:rPr lang="en-IN" sz="2800" dirty="0" smtClean="0"/>
            </a:br>
            <a:endParaRPr lang="en-IN" sz="2800" dirty="0"/>
          </a:p>
          <a:p>
            <a:br>
              <a:rPr lang="en-IN" sz="2800" dirty="0" smtClean="0"/>
            </a:br>
            <a:endParaRPr lang="en-IN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"/>
            <a:ext cx="9144000" cy="69865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2800" dirty="0"/>
              <a:t>A person who deals in cattle – </a:t>
            </a:r>
            <a:r>
              <a:rPr lang="en-IN" sz="2800" b="1" dirty="0">
                <a:solidFill>
                  <a:srgbClr val="7030A0"/>
                </a:solidFill>
              </a:rPr>
              <a:t>Drover </a:t>
            </a:r>
            <a:endParaRPr lang="en-IN" sz="2800" b="1" dirty="0">
              <a:solidFill>
                <a:srgbClr val="7030A0"/>
              </a:solidFill>
            </a:endParaRPr>
          </a:p>
          <a:p>
            <a:r>
              <a:rPr lang="en-IN" sz="2800" dirty="0"/>
              <a:t>A person who sells flowers – </a:t>
            </a:r>
            <a:r>
              <a:rPr lang="en-IN" sz="2800" b="1" dirty="0">
                <a:solidFill>
                  <a:srgbClr val="7030A0"/>
                </a:solidFill>
              </a:rPr>
              <a:t>Florist</a:t>
            </a:r>
            <a:r>
              <a:rPr lang="en-IN" sz="2800" dirty="0"/>
              <a:t> 	</a:t>
            </a:r>
            <a:endParaRPr lang="en-IN" sz="2800" dirty="0"/>
          </a:p>
          <a:p>
            <a:r>
              <a:rPr lang="en-IN" sz="2800" dirty="0"/>
              <a:t>A person who carves on stones – </a:t>
            </a:r>
            <a:r>
              <a:rPr lang="en-IN" sz="2800" b="1" dirty="0">
                <a:solidFill>
                  <a:srgbClr val="7030A0"/>
                </a:solidFill>
              </a:rPr>
              <a:t>Sculptor </a:t>
            </a:r>
            <a:endParaRPr lang="en-IN" sz="2800" b="1" dirty="0">
              <a:solidFill>
                <a:srgbClr val="7030A0"/>
              </a:solidFill>
            </a:endParaRPr>
          </a:p>
          <a:p>
            <a:r>
              <a:rPr lang="en-IN" sz="2800" dirty="0"/>
              <a:t>A person who makes earthen pots – </a:t>
            </a:r>
            <a:r>
              <a:rPr lang="en-IN" sz="2800" b="1" dirty="0">
                <a:solidFill>
                  <a:srgbClr val="7030A0"/>
                </a:solidFill>
              </a:rPr>
              <a:t>Potter</a:t>
            </a:r>
            <a:r>
              <a:rPr lang="en-IN" sz="2800" dirty="0"/>
              <a:t> 	</a:t>
            </a:r>
            <a:endParaRPr lang="en-IN" sz="2800" dirty="0"/>
          </a:p>
          <a:p>
            <a:r>
              <a:rPr lang="en-IN" sz="2800" dirty="0"/>
              <a:t>A person/company that sells a particular product – </a:t>
            </a:r>
            <a:r>
              <a:rPr lang="en-IN" sz="2800" b="1" dirty="0">
                <a:solidFill>
                  <a:srgbClr val="7030A0"/>
                </a:solidFill>
              </a:rPr>
              <a:t>Vendor </a:t>
            </a:r>
            <a:endParaRPr lang="en-IN" sz="2800" b="1" dirty="0">
              <a:solidFill>
                <a:srgbClr val="7030A0"/>
              </a:solidFill>
            </a:endParaRPr>
          </a:p>
          <a:p>
            <a:r>
              <a:rPr lang="en-IN" sz="2800" dirty="0"/>
              <a:t>A person who travels for selling things – </a:t>
            </a:r>
            <a:r>
              <a:rPr lang="en-IN" sz="2800" b="1" dirty="0">
                <a:solidFill>
                  <a:srgbClr val="7030A0"/>
                </a:solidFill>
              </a:rPr>
              <a:t>Hawker </a:t>
            </a:r>
            <a:endParaRPr lang="en-IN" sz="2800" b="1" dirty="0">
              <a:solidFill>
                <a:srgbClr val="7030A0"/>
              </a:solidFill>
            </a:endParaRPr>
          </a:p>
          <a:p>
            <a:r>
              <a:rPr lang="en-IN" sz="2800" dirty="0"/>
              <a:t>A person who sells fruits and vegetables- </a:t>
            </a:r>
            <a:r>
              <a:rPr lang="en-IN" sz="2800" b="1" dirty="0">
                <a:solidFill>
                  <a:srgbClr val="7030A0"/>
                </a:solidFill>
              </a:rPr>
              <a:t>a</a:t>
            </a:r>
            <a:r>
              <a:rPr lang="en-IN" sz="2800" dirty="0"/>
              <a:t> </a:t>
            </a:r>
            <a:r>
              <a:rPr lang="en-IN" sz="2800" b="1" dirty="0">
                <a:solidFill>
                  <a:srgbClr val="7030A0"/>
                </a:solidFill>
              </a:rPr>
              <a:t>green</a:t>
            </a:r>
            <a:r>
              <a:rPr lang="en-IN" sz="2800" dirty="0"/>
              <a:t> </a:t>
            </a:r>
            <a:r>
              <a:rPr lang="en-IN" sz="2800" dirty="0">
                <a:solidFill>
                  <a:srgbClr val="7030A0"/>
                </a:solidFill>
              </a:rPr>
              <a:t>grocer</a:t>
            </a:r>
            <a:r>
              <a:rPr lang="en-IN" sz="2800" dirty="0"/>
              <a:t> 	</a:t>
            </a:r>
            <a:endParaRPr lang="en-IN" sz="2800" dirty="0"/>
          </a:p>
          <a:p>
            <a:r>
              <a:rPr lang="en-IN" sz="2800" dirty="0"/>
              <a:t>One who loves books as collection – </a:t>
            </a:r>
            <a:r>
              <a:rPr lang="en-IN" sz="2800" b="1" dirty="0">
                <a:solidFill>
                  <a:srgbClr val="7030A0"/>
                </a:solidFill>
              </a:rPr>
              <a:t>Bibliophile </a:t>
            </a:r>
            <a:endParaRPr lang="en-IN" sz="2800" b="1" dirty="0">
              <a:solidFill>
                <a:srgbClr val="7030A0"/>
              </a:solidFill>
            </a:endParaRPr>
          </a:p>
          <a:p>
            <a:r>
              <a:rPr lang="en-IN" sz="2800" dirty="0"/>
              <a:t>One who loves wisdom – </a:t>
            </a:r>
            <a:r>
              <a:rPr lang="en-IN" sz="2800" b="1" dirty="0">
                <a:solidFill>
                  <a:srgbClr val="7030A0"/>
                </a:solidFill>
              </a:rPr>
              <a:t>Philosopher </a:t>
            </a:r>
            <a:endParaRPr lang="en-IN" sz="2800" b="1" dirty="0">
              <a:solidFill>
                <a:srgbClr val="7030A0"/>
              </a:solidFill>
            </a:endParaRPr>
          </a:p>
          <a:p>
            <a:r>
              <a:rPr lang="en-IN" sz="2800" dirty="0"/>
              <a:t>A person who thinks and reads a lot – </a:t>
            </a:r>
            <a:r>
              <a:rPr lang="en-IN" sz="2800" b="1" dirty="0">
                <a:solidFill>
                  <a:srgbClr val="7030A0"/>
                </a:solidFill>
              </a:rPr>
              <a:t>Intellectual</a:t>
            </a:r>
            <a:r>
              <a:rPr lang="en-IN" sz="2800" dirty="0"/>
              <a:t> 	</a:t>
            </a:r>
            <a:endParaRPr lang="en-IN" sz="2800" dirty="0"/>
          </a:p>
          <a:p>
            <a:r>
              <a:rPr lang="en-IN" sz="2800" dirty="0"/>
              <a:t>One who believes in God – </a:t>
            </a:r>
            <a:r>
              <a:rPr lang="en-IN" sz="2800" b="1" dirty="0">
                <a:solidFill>
                  <a:srgbClr val="7030A0"/>
                </a:solidFill>
              </a:rPr>
              <a:t>Theist </a:t>
            </a:r>
            <a:endParaRPr lang="en-IN" sz="2800" b="1" dirty="0" smtClean="0">
              <a:solidFill>
                <a:srgbClr val="7030A0"/>
              </a:solidFill>
            </a:endParaRPr>
          </a:p>
          <a:p>
            <a:r>
              <a:rPr lang="en-US" sz="2800" dirty="0" smtClean="0"/>
              <a:t>One who doesn’t believe in God - </a:t>
            </a:r>
            <a:r>
              <a:rPr lang="en-US" sz="2800" b="1" dirty="0" smtClean="0">
                <a:solidFill>
                  <a:srgbClr val="7030A0"/>
                </a:solidFill>
              </a:rPr>
              <a:t>Atheist</a:t>
            </a:r>
            <a:endParaRPr lang="en-IN" sz="2800" b="1" dirty="0">
              <a:solidFill>
                <a:srgbClr val="7030A0"/>
              </a:solidFill>
            </a:endParaRPr>
          </a:p>
          <a:p>
            <a:r>
              <a:rPr lang="en-IN" sz="2800" dirty="0"/>
              <a:t>One who believes in one God – </a:t>
            </a:r>
            <a:r>
              <a:rPr lang="en-IN" sz="2800" b="1" dirty="0">
                <a:solidFill>
                  <a:srgbClr val="7030A0"/>
                </a:solidFill>
              </a:rPr>
              <a:t>Monotheist</a:t>
            </a:r>
            <a:r>
              <a:rPr lang="en-IN" sz="2800" dirty="0"/>
              <a:t> 	</a:t>
            </a:r>
            <a:endParaRPr lang="en-IN" sz="2800" dirty="0" smtClean="0"/>
          </a:p>
          <a:p>
            <a:r>
              <a:rPr lang="en-IN" sz="2800" dirty="0"/>
              <a:t>A person who collects stamps – </a:t>
            </a:r>
            <a:r>
              <a:rPr lang="en-IN" sz="2800" b="1" dirty="0">
                <a:solidFill>
                  <a:srgbClr val="7030A0"/>
                </a:solidFill>
              </a:rPr>
              <a:t>Philatelist </a:t>
            </a:r>
            <a:endParaRPr lang="en-IN" sz="2800" b="1" dirty="0">
              <a:solidFill>
                <a:srgbClr val="7030A0"/>
              </a:solidFill>
            </a:endParaRPr>
          </a:p>
          <a:p>
            <a:r>
              <a:rPr lang="en-IN" sz="2800" dirty="0"/>
              <a:t>A person who rides the horses in races – </a:t>
            </a:r>
            <a:r>
              <a:rPr lang="en-IN" sz="2800" b="1" dirty="0">
                <a:solidFill>
                  <a:srgbClr val="7030A0"/>
                </a:solidFill>
              </a:rPr>
              <a:t>Jockey</a:t>
            </a:r>
            <a:r>
              <a:rPr lang="en-IN" sz="2800" dirty="0"/>
              <a:t> 	</a:t>
            </a:r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"/>
            <a:ext cx="9144000" cy="69865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2800" dirty="0"/>
              <a:t>A person who deals in cattle – </a:t>
            </a:r>
            <a:endParaRPr lang="en-IN" sz="2800" b="1" dirty="0">
              <a:solidFill>
                <a:srgbClr val="7030A0"/>
              </a:solidFill>
            </a:endParaRPr>
          </a:p>
          <a:p>
            <a:r>
              <a:rPr lang="en-IN" sz="2800" dirty="0"/>
              <a:t>A person who sells flowers </a:t>
            </a:r>
            <a:r>
              <a:rPr lang="en-IN" sz="2800" dirty="0" smtClean="0"/>
              <a:t>–</a:t>
            </a:r>
            <a:r>
              <a:rPr lang="en-IN" sz="2800" dirty="0"/>
              <a:t>	</a:t>
            </a:r>
            <a:endParaRPr lang="en-IN" sz="2800" dirty="0"/>
          </a:p>
          <a:p>
            <a:r>
              <a:rPr lang="en-IN" sz="2800" dirty="0"/>
              <a:t>A person who carves on stones – </a:t>
            </a:r>
            <a:endParaRPr lang="en-IN" sz="2800" b="1" dirty="0">
              <a:solidFill>
                <a:srgbClr val="7030A0"/>
              </a:solidFill>
            </a:endParaRPr>
          </a:p>
          <a:p>
            <a:r>
              <a:rPr lang="en-IN" sz="2800" dirty="0"/>
              <a:t>A person who makes earthen pots </a:t>
            </a:r>
            <a:r>
              <a:rPr lang="en-IN" sz="2800" dirty="0" smtClean="0"/>
              <a:t>–</a:t>
            </a:r>
            <a:r>
              <a:rPr lang="en-IN" sz="2800" dirty="0"/>
              <a:t>	</a:t>
            </a:r>
            <a:endParaRPr lang="en-IN" sz="2800" dirty="0"/>
          </a:p>
          <a:p>
            <a:r>
              <a:rPr lang="en-IN" sz="2800" dirty="0"/>
              <a:t>A person/company that sells a particular product – </a:t>
            </a:r>
            <a:endParaRPr lang="en-IN" sz="2800" b="1" dirty="0">
              <a:solidFill>
                <a:srgbClr val="7030A0"/>
              </a:solidFill>
            </a:endParaRPr>
          </a:p>
          <a:p>
            <a:r>
              <a:rPr lang="en-IN" sz="2800" dirty="0"/>
              <a:t>A person who travels for selling things – </a:t>
            </a:r>
            <a:endParaRPr lang="en-IN" sz="2800" b="1" dirty="0">
              <a:solidFill>
                <a:srgbClr val="7030A0"/>
              </a:solidFill>
            </a:endParaRPr>
          </a:p>
          <a:p>
            <a:r>
              <a:rPr lang="en-IN" sz="2800" dirty="0"/>
              <a:t>A person who sells fruits and vegetables- 	</a:t>
            </a:r>
            <a:endParaRPr lang="en-IN" sz="2800" dirty="0"/>
          </a:p>
          <a:p>
            <a:r>
              <a:rPr lang="en-IN" sz="2800" dirty="0"/>
              <a:t>One who loves books as collection – </a:t>
            </a:r>
            <a:endParaRPr lang="en-IN" sz="2800" b="1" dirty="0">
              <a:solidFill>
                <a:srgbClr val="7030A0"/>
              </a:solidFill>
            </a:endParaRPr>
          </a:p>
          <a:p>
            <a:r>
              <a:rPr lang="en-IN" sz="2800" dirty="0"/>
              <a:t>One who loves wisdom – </a:t>
            </a:r>
            <a:endParaRPr lang="en-IN" sz="2800" b="1" dirty="0">
              <a:solidFill>
                <a:srgbClr val="7030A0"/>
              </a:solidFill>
            </a:endParaRPr>
          </a:p>
          <a:p>
            <a:r>
              <a:rPr lang="en-IN" sz="2800" dirty="0"/>
              <a:t>A person who thinks and reads a lot </a:t>
            </a:r>
            <a:r>
              <a:rPr lang="en-IN" sz="2800" dirty="0" smtClean="0"/>
              <a:t>–</a:t>
            </a:r>
            <a:r>
              <a:rPr lang="en-IN" sz="2800" dirty="0"/>
              <a:t>	</a:t>
            </a:r>
            <a:endParaRPr lang="en-IN" sz="2800" dirty="0"/>
          </a:p>
          <a:p>
            <a:r>
              <a:rPr lang="en-IN" sz="2800" dirty="0"/>
              <a:t>One who believes in God – </a:t>
            </a:r>
            <a:endParaRPr lang="en-IN" sz="2800" b="1" dirty="0" smtClean="0">
              <a:solidFill>
                <a:srgbClr val="7030A0"/>
              </a:solidFill>
            </a:endParaRPr>
          </a:p>
          <a:p>
            <a:r>
              <a:rPr lang="en-US" sz="2800" dirty="0" smtClean="0"/>
              <a:t>One who doesn’t believe in God -</a:t>
            </a:r>
            <a:endParaRPr lang="en-IN" sz="2800" b="1" dirty="0">
              <a:solidFill>
                <a:srgbClr val="7030A0"/>
              </a:solidFill>
            </a:endParaRPr>
          </a:p>
          <a:p>
            <a:r>
              <a:rPr lang="en-IN" sz="2800" dirty="0"/>
              <a:t>One who believes in one God </a:t>
            </a:r>
            <a:r>
              <a:rPr lang="en-IN" sz="2800" dirty="0" smtClean="0"/>
              <a:t>–</a:t>
            </a:r>
            <a:r>
              <a:rPr lang="en-IN" sz="2800" dirty="0"/>
              <a:t>	</a:t>
            </a:r>
            <a:endParaRPr lang="en-IN" sz="2800" dirty="0" smtClean="0"/>
          </a:p>
          <a:p>
            <a:r>
              <a:rPr lang="en-IN" sz="2800" dirty="0"/>
              <a:t>A person who collects stamps – </a:t>
            </a:r>
            <a:endParaRPr lang="en-IN" sz="2800" b="1" dirty="0">
              <a:solidFill>
                <a:srgbClr val="7030A0"/>
              </a:solidFill>
            </a:endParaRPr>
          </a:p>
          <a:p>
            <a:r>
              <a:rPr lang="en-IN" sz="2800" dirty="0"/>
              <a:t>A person who rides the horses in races </a:t>
            </a:r>
            <a:r>
              <a:rPr lang="en-IN" sz="2800" dirty="0" smtClean="0"/>
              <a:t>–</a:t>
            </a:r>
            <a:r>
              <a:rPr lang="en-IN" sz="2800" dirty="0"/>
              <a:t>	</a:t>
            </a:r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7577</Words>
  <Application>WPS Presentation</Application>
  <PresentationFormat>On-screen Show (4:3)</PresentationFormat>
  <Paragraphs>232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Microsoft YaHei</vt:lpstr>
      <vt:lpstr>Arial Unicode MS</vt:lpstr>
      <vt:lpstr>Office Theme</vt:lpstr>
      <vt:lpstr>ONE WORD SUBSTITUTION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WORD SUBSTITUTION</dc:title>
  <dc:creator>parul</dc:creator>
  <cp:lastModifiedBy>Paresh Parmar</cp:lastModifiedBy>
  <cp:revision>57</cp:revision>
  <dcterms:created xsi:type="dcterms:W3CDTF">2020-06-22T08:43:00Z</dcterms:created>
  <dcterms:modified xsi:type="dcterms:W3CDTF">2021-01-05T08:19:13Z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1033-11.2.0.9906</vt:lpwstr>
  </property>
</Properties>
</file>