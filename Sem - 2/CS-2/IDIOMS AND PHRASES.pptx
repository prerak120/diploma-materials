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69" r:id="rId4"/>
    <p:sldId id="257" r:id="rId5"/>
    <p:sldId id="370" r:id="rId6"/>
    <p:sldId id="258" r:id="rId7"/>
    <p:sldId id="259" r:id="rId8"/>
    <p:sldId id="298" r:id="rId9"/>
    <p:sldId id="260" r:id="rId10"/>
    <p:sldId id="263" r:id="rId11"/>
    <p:sldId id="299" r:id="rId12"/>
    <p:sldId id="261" r:id="rId13"/>
    <p:sldId id="304" r:id="rId14"/>
    <p:sldId id="262" r:id="rId15"/>
    <p:sldId id="271" r:id="rId16"/>
    <p:sldId id="272" r:id="rId17"/>
    <p:sldId id="264" r:id="rId18"/>
    <p:sldId id="297" r:id="rId19"/>
    <p:sldId id="275" r:id="rId20"/>
    <p:sldId id="276" r:id="rId21"/>
    <p:sldId id="295" r:id="rId22"/>
    <p:sldId id="286" r:id="rId23"/>
    <p:sldId id="303" r:id="rId24"/>
    <p:sldId id="329" r:id="rId25"/>
    <p:sldId id="287" r:id="rId26"/>
    <p:sldId id="296" r:id="rId27"/>
    <p:sldId id="338" r:id="rId28"/>
    <p:sldId id="339" r:id="rId29"/>
    <p:sldId id="334" r:id="rId30"/>
    <p:sldId id="336" r:id="rId31"/>
    <p:sldId id="273" r:id="rId32"/>
    <p:sldId id="337" r:id="rId33"/>
    <p:sldId id="300" r:id="rId34"/>
    <p:sldId id="302" r:id="rId35"/>
    <p:sldId id="265" r:id="rId36"/>
    <p:sldId id="266" r:id="rId37"/>
    <p:sldId id="267" r:id="rId38"/>
    <p:sldId id="305" r:id="rId39"/>
    <p:sldId id="283" r:id="rId40"/>
    <p:sldId id="333" r:id="rId41"/>
    <p:sldId id="268" r:id="rId42"/>
    <p:sldId id="301" r:id="rId43"/>
    <p:sldId id="424" r:id="rId44"/>
    <p:sldId id="274" r:id="rId45"/>
    <p:sldId id="330" r:id="rId46"/>
    <p:sldId id="331" r:id="rId47"/>
    <p:sldId id="332" r:id="rId48"/>
    <p:sldId id="335" r:id="rId49"/>
    <p:sldId id="359" r:id="rId50"/>
    <p:sldId id="360" r:id="rId51"/>
    <p:sldId id="361" r:id="rId52"/>
    <p:sldId id="446" r:id="rId53"/>
    <p:sldId id="362" r:id="rId54"/>
    <p:sldId id="363" r:id="rId55"/>
    <p:sldId id="365" r:id="rId56"/>
    <p:sldId id="366" r:id="rId57"/>
    <p:sldId id="367" r:id="rId58"/>
    <p:sldId id="368" r:id="rId59"/>
    <p:sldId id="423" r:id="rId60"/>
    <p:sldId id="425" r:id="rId61"/>
    <p:sldId id="426" r:id="rId62"/>
    <p:sldId id="442" r:id="rId63"/>
    <p:sldId id="443" r:id="rId64"/>
    <p:sldId id="459" r:id="rId65"/>
    <p:sldId id="444" r:id="rId66"/>
    <p:sldId id="482" r:id="rId67"/>
    <p:sldId id="461" r:id="rId68"/>
    <p:sldId id="462" r:id="rId69"/>
    <p:sldId id="463" r:id="rId70"/>
    <p:sldId id="464" r:id="rId71"/>
    <p:sldId id="465" r:id="rId72"/>
    <p:sldId id="466" r:id="rId73"/>
    <p:sldId id="467" r:id="rId74"/>
    <p:sldId id="468" r:id="rId75"/>
    <p:sldId id="469" r:id="rId76"/>
    <p:sldId id="470" r:id="rId77"/>
    <p:sldId id="471" r:id="rId78"/>
    <p:sldId id="472" r:id="rId79"/>
    <p:sldId id="475" r:id="rId80"/>
    <p:sldId id="473" r:id="rId81"/>
    <p:sldId id="476" r:id="rId82"/>
    <p:sldId id="477" r:id="rId83"/>
    <p:sldId id="478" r:id="rId84"/>
    <p:sldId id="479" r:id="rId85"/>
    <p:sldId id="480" r:id="rId86"/>
    <p:sldId id="483" r:id="rId87"/>
    <p:sldId id="484" r:id="rId88"/>
    <p:sldId id="485" r:id="rId89"/>
    <p:sldId id="486" r:id="rId90"/>
    <p:sldId id="487" r:id="rId91"/>
    <p:sldId id="488" r:id="rId9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5" Type="http://schemas.openxmlformats.org/officeDocument/2006/relationships/tableStyles" Target="tableStyles.xml"/><Relationship Id="rId94" Type="http://schemas.openxmlformats.org/officeDocument/2006/relationships/viewProps" Target="viewProps.xml"/><Relationship Id="rId93" Type="http://schemas.openxmlformats.org/officeDocument/2006/relationships/presProps" Target="presProps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3175"/>
            <a:ext cx="12204700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125538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351088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8351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altLang="en-US" sz="115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IDIOMS &amp; PHRASES </a:t>
            </a:r>
            <a:endParaRPr lang="en-IN" altLang="en-US" sz="115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FF0000"/>
                </a:solidFill>
              </a:rPr>
              <a:t>                          WHAT IS PHRASE</a:t>
            </a:r>
            <a:endParaRPr lang="en-IN" alt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585" y="1174750"/>
            <a:ext cx="11092815" cy="522097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 A phrase is group of words which does not have complete sense.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Font typeface="Wingdings" panose="05000000000000000000" charset="0"/>
              <a:buNone/>
            </a:pP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It is a part of sentence.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Font typeface="Wingdings" panose="05000000000000000000" charset="0"/>
              <a:buNone/>
            </a:pP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It does not have subject and verb.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Font typeface="Wingdings" panose="05000000000000000000" charset="0"/>
              <a:buNone/>
            </a:pP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solidFill>
                  <a:srgbClr val="FF0000"/>
                </a:solidFill>
              </a:rPr>
              <a:t>For example :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1.He is </a:t>
            </a:r>
            <a:r>
              <a:rPr lang="en-IN" altLang="en-US" b="1">
                <a:solidFill>
                  <a:srgbClr val="00B050"/>
                </a:solidFill>
              </a:rPr>
              <a:t>in the class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.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                       2. I have been waiting </a:t>
            </a:r>
            <a:r>
              <a:rPr lang="en-IN" altLang="en-US" b="1">
                <a:solidFill>
                  <a:srgbClr val="00B050"/>
                </a:solidFill>
              </a:rPr>
              <a:t>for a long time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.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rgbClr val="FF0000"/>
                </a:solidFill>
              </a:rPr>
              <a:t>                          WHAT IS IDIOM</a:t>
            </a:r>
            <a:endParaRPr lang="en-IN" alt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480" y="1174750"/>
            <a:ext cx="11424920" cy="5541645"/>
          </a:xfrm>
        </p:spPr>
        <p:txBody>
          <a:bodyPr/>
          <a:p>
            <a:pPr marL="0" indent="0">
              <a:buNone/>
            </a:pP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 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    An idiom is group of words(phrase) which has a figurative or non-literal meaning.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>
              <a:buFont typeface="Wingdings" panose="05000000000000000000" charset="0"/>
              <a:buChar char="Ø"/>
            </a:pP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It does not have a word to word meaning.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Font typeface="Wingdings" panose="05000000000000000000" charset="0"/>
              <a:buNone/>
            </a:pP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r>
              <a:rPr lang="en-IN" altLang="en-US">
                <a:solidFill>
                  <a:srgbClr val="FF0000"/>
                </a:solidFill>
              </a:rPr>
              <a:t>For example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: 1. He does not like cake so he ate just </a:t>
            </a:r>
            <a:r>
              <a:rPr lang="en-IN" altLang="en-US">
                <a:solidFill>
                  <a:srgbClr val="00B050"/>
                </a:solidFill>
              </a:rPr>
              <a:t>a piece of cake.( Phrase)</a:t>
            </a:r>
            <a:endParaRPr lang="en-IN" alt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IN" altLang="en-US">
                <a:solidFill>
                  <a:srgbClr val="7030A0"/>
                </a:solidFill>
              </a:rPr>
              <a:t>2.Singing is </a:t>
            </a:r>
            <a:r>
              <a:rPr lang="en-IN" altLang="en-US">
                <a:solidFill>
                  <a:srgbClr val="00B050"/>
                </a:solidFill>
              </a:rPr>
              <a:t>piece of cake </a:t>
            </a:r>
            <a:r>
              <a:rPr lang="en-IN" altLang="en-US">
                <a:solidFill>
                  <a:srgbClr val="7030A0"/>
                </a:solidFill>
              </a:rPr>
              <a:t>for me.</a:t>
            </a:r>
            <a:r>
              <a:rPr lang="en-IN" altLang="en-US">
                <a:solidFill>
                  <a:srgbClr val="00B050"/>
                </a:solidFill>
              </a:rPr>
              <a:t>(Idiom)</a:t>
            </a:r>
            <a:endParaRPr lang="en-IN" altLang="en-US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585" y="1174750"/>
            <a:ext cx="11092815" cy="5220970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All idioms are phrases but not all prases are idioms.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Font typeface="Wingdings" panose="05000000000000000000" charset="0"/>
              <a:buNone/>
            </a:pP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A phrase can have both literal and non-literal meaning.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Font typeface="Wingdings" panose="05000000000000000000" charset="0"/>
              <a:buNone/>
            </a:pP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An idiom has only a  non-literal (implied) meaning.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Font typeface="Wingdings" panose="05000000000000000000" charset="0"/>
              <a:buNone/>
            </a:pP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Font typeface="Wingdings" panose="05000000000000000000" charset="0"/>
              <a:buNone/>
            </a:pP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Font typeface="Wingdings" panose="05000000000000000000" charset="0"/>
              <a:buNone/>
            </a:pP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Font typeface="Wingdings" panose="05000000000000000000" charset="0"/>
              <a:buNone/>
            </a:pP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An apple of one's eye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Most favourite person,  someone or something very precious.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 I am an apple of my mother's eye.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An apple of discord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Something or someone causes trouble, quarrel or unhappiness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 A remote of T.V is an apple of discord in the most of families.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</a:t>
            </a:r>
            <a:r>
              <a:rPr lang="en-IN" altLang="en-US" sz="3600" b="1">
                <a:solidFill>
                  <a:srgbClr val="FF0000"/>
                </a:solidFill>
              </a:rPr>
              <a:t>                       Break the ice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solidFill>
                  <a:srgbClr val="7030A0"/>
                </a:solidFill>
              </a:rPr>
              <a:t>To break silence, to start conversation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In the meeting, everyone was silent, suddenly he broke the ice.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 Smell the rat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solidFill>
                  <a:srgbClr val="7030A0"/>
                </a:solidFill>
              </a:rPr>
              <a:t>sense that something is wrong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 He smelt the rat when he found some documents missing. 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Hard nut to crack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Something that is very difficult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1. To convince my father is hard nut to crack for me.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Add fuel to fire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Worsen the matter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 You dont know about this matter, please dont add fuel to fire.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A piece of cake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Something that is very easy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1. Singing is piece of cake for Aman.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At beck and call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solidFill>
                  <a:srgbClr val="7030A0"/>
                </a:solidFill>
              </a:rPr>
              <a:t>To be ready to obey the order or command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 He is always at beck and call of his wife.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By leaps and bounds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Very quickly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 The inflation is rising by leaps and bounds.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    Cup of tea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Something in which one is interested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1.Dancing is her cup of tea.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At snail's pace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Very slowly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 I know that he will not complete his work on time because he works at snail's pace.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Blow one's own trumpet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Praise one's own abilities and achievements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I dont like your friend because he always blows his own trumpet.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</a:t>
            </a:r>
            <a:r>
              <a:rPr lang="en-IN" altLang="en-US" sz="3600" b="1">
                <a:solidFill>
                  <a:srgbClr val="FF0000"/>
                </a:solidFill>
              </a:rPr>
              <a:t>                   Shed crocodile tears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solidFill>
                  <a:srgbClr val="7030A0"/>
                </a:solidFill>
              </a:rPr>
              <a:t>Fake cry, fake tears of regret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 The baby always sheds crocodile tears to convince her mother.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Burn midnight oil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solidFill>
                  <a:srgbClr val="7030A0"/>
                </a:solidFill>
              </a:rPr>
              <a:t>do hard work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I will burn midnight oil to get success.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</a:t>
            </a:r>
            <a:r>
              <a:rPr lang="en-IN" altLang="en-US" sz="3600" b="1">
                <a:solidFill>
                  <a:srgbClr val="FF0000"/>
                </a:solidFill>
              </a:rPr>
              <a:t> Beat about the bush / Beat around the bush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solidFill>
                  <a:srgbClr val="7030A0"/>
                </a:solidFill>
              </a:rPr>
              <a:t>To avoid the main point in conversation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I asked him about the matter but he was beating around the bush.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</a:t>
            </a:r>
            <a:r>
              <a:rPr lang="en-IN" altLang="en-US" sz="3600" b="1">
                <a:solidFill>
                  <a:srgbClr val="FF0000"/>
                </a:solidFill>
              </a:rPr>
              <a:t> Make mountain out of a molehill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solidFill>
                  <a:srgbClr val="7030A0"/>
                </a:solidFill>
              </a:rPr>
              <a:t>To treat a minor problem as if very serious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It was only small injury but she was making mountain out of a molehill.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  Read between the line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solidFill>
                  <a:srgbClr val="7030A0"/>
                </a:solidFill>
              </a:rPr>
              <a:t>To understand hidden meaning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His intention is bad, I have read between the line.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Pay through nose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Pay an extremely high price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 She paid through nose for this dress.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Cock and bull story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ridiculous or unbelievable story, a story or explanation which is obviously not true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Whenever I ask him something, he makes cock and bull story.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</a:t>
            </a:r>
            <a:r>
              <a:rPr lang="en-IN" altLang="en-US" sz="3600" b="1">
                <a:solidFill>
                  <a:srgbClr val="FF0000"/>
                </a:solidFill>
              </a:rPr>
              <a:t>                 Ball is in one's court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 It is time for someone to deal with a problem or make a decision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I have explained everything now the ball is in your court.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</a:t>
            </a:r>
            <a:r>
              <a:rPr lang="en-IN" altLang="en-US" sz="3600" b="1">
                <a:solidFill>
                  <a:srgbClr val="FF0000"/>
                </a:solidFill>
              </a:rPr>
              <a:t>                         Bell the cat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solidFill>
                  <a:srgbClr val="7030A0"/>
                </a:solidFill>
              </a:rPr>
              <a:t>To do dangerous or difficult  job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This is very dangerous task, who will bell the cat?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Leave in the lurch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To desert someone in difficult situation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You should not leave your friend in the lurch.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Face the music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To bear consequences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If you do something wrong, You will have to face the music.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</a:t>
            </a:r>
            <a:r>
              <a:rPr lang="en-IN" altLang="en-US" sz="3600" b="1">
                <a:solidFill>
                  <a:srgbClr val="FF0000"/>
                </a:solidFill>
              </a:rPr>
              <a:t>Head over heels in love / Fall head over heels in love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solidFill>
                  <a:srgbClr val="7030A0"/>
                </a:solidFill>
              </a:rPr>
              <a:t>Madly in love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1. Tom fell head over heels in love with Jerry.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                 2. They are head over heels in love.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Catch red handed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To catch at the time of committing crime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When the thief was snatching the gold chain, he was caught red handed by police.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Under a cloud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Under suspicion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 Two people are under a cloud for the bank robbery.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A close shave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Narrow escape from danger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Yesterday, I had a close shave while riding the bike.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In a tight corner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In a difficult situation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 The team India was in a tight corner, but it won the match.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Pros and cons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Analysis of all the given facts, to think about all the aspects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 Before taking decision, I have thought about all the pros and cons.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A fair weather friend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A friend who deserts in difficulties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 I am not your fair weather friend.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A bosom friend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A very close or intimate friend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You can trust him, he is my bosom friend.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A dark horse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A person who possesses talent or favorable characteristics that are not known or expected by others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He is like an open book, he is not a dark horse.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An open book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One that holds no secrets</a:t>
            </a:r>
            <a:endParaRPr lang="en-IN" altLang="en-US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 I like my friend so much because he is  like an open book.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A black sheep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A person who ruins the name of family or society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He was driven away by his fatrher because he was a black sheep..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      A love rat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A man who has secret affair while being in a relationship, a man who betrays his wife or girlfriend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Now a days, the chastity of love has been lost because of some love rats.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A scapegoat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A person who is blamed for the mistakes of others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My friends always make me a scapegoat.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A white elephant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Costly or troublesome possession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 I bought this bike five years ago, now it has been a white elephant.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A man of straw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 Dishonest person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He was fired from the job because he was a man of straw.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A smart cookie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solidFill>
                  <a:srgbClr val="7030A0"/>
                </a:solidFill>
              </a:rPr>
              <a:t>Clever and good at dealing with difficult situation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 He will definetely find some solution because he is a smart cookie.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A nine days wonder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A thing or event that makes people very excited or happy for short time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He has bought a new cell phone but it's a nine days wonder.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On cloud nine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Extremely happy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When I got 95% in the board exam, I was on cloud nine but after some days I realized It was nine days wonder.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Ups and Downs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 Good times and bad times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My grand father has seen lots of ups and downs in his life.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A stormy relationship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IN" alt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A relationship with frequent quarrel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Two brothers separated beacause of a stormy relationship.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</a:t>
            </a:r>
            <a:r>
              <a:rPr lang="en-IN" altLang="en-US" sz="3600" b="1">
                <a:solidFill>
                  <a:srgbClr val="FF0000"/>
                </a:solidFill>
              </a:rPr>
              <a:t>  </a:t>
            </a:r>
            <a:r>
              <a:rPr lang="en-US" altLang="en-IN" sz="3600" b="1">
                <a:solidFill>
                  <a:srgbClr val="FF0000"/>
                </a:solidFill>
              </a:rPr>
              <a:t>Born with silver spoon in one's mouth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 </a:t>
            </a:r>
            <a:r>
              <a:rPr lang="en-US" altLang="en-IN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Born in rich and prosperous family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</a:t>
            </a:r>
            <a:r>
              <a:rPr lang="en-US" altLang="en-IN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Anant Ambani was born with silver spoon in his mouth.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</a:t>
            </a:r>
            <a:r>
              <a:rPr lang="en-US" altLang="en-IN" sz="3600" b="1">
                <a:solidFill>
                  <a:srgbClr val="FF0000"/>
                </a:solidFill>
              </a:rPr>
              <a:t>When pigs fly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US" altLang="en-IN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Something that will never happen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</a:t>
            </a:r>
            <a:r>
              <a:rPr lang="en-US" altLang="en-IN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I think when pigs fly, he will start doing exercise.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</a:t>
            </a:r>
            <a:r>
              <a:rPr lang="en-US" altLang="en-IN" sz="3600" b="1">
                <a:solidFill>
                  <a:srgbClr val="FF0000"/>
                </a:solidFill>
              </a:rPr>
              <a:t>Feel under the weather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US" altLang="en-IN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To not feel well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</a:t>
            </a:r>
            <a:r>
              <a:rPr lang="en-US" altLang="en-IN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Sorry! I am feeling under the weather,I will not attend the meeting today.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A red letter day/ A gala day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A memorable day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14th Feb. is a gala day for Rohan, because he got his better-half on this day.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</a:t>
            </a:r>
            <a:r>
              <a:rPr lang="en-US" altLang="en-IN" sz="3600" b="1">
                <a:solidFill>
                  <a:srgbClr val="FF0000"/>
                </a:solidFill>
              </a:rPr>
              <a:t>Once in a blue moon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 </a:t>
            </a:r>
            <a:r>
              <a:rPr lang="en-US" altLang="en-IN">
                <a:solidFill>
                  <a:srgbClr val="7030A0"/>
                </a:solidFill>
              </a:rPr>
              <a:t>Something that happens rarely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</a:t>
            </a:r>
            <a:r>
              <a:rPr lang="en-US" altLang="en-IN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He attends lecture once in a blue moon.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</a:t>
            </a:r>
            <a:r>
              <a:rPr lang="en-US" altLang="en-IN" sz="3600" b="1">
                <a:solidFill>
                  <a:srgbClr val="FF0000"/>
                </a:solidFill>
              </a:rPr>
              <a:t>Steal someone's thunder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 </a:t>
            </a:r>
            <a:r>
              <a:rPr lang="en-US" altLang="en-IN">
                <a:solidFill>
                  <a:srgbClr val="7030A0"/>
                </a:solidFill>
              </a:rPr>
              <a:t>To take credit of someone else's work or achievement</a:t>
            </a:r>
            <a:endParaRPr lang="en-IN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</a:t>
            </a:r>
            <a:r>
              <a:rPr lang="en-US" altLang="en-IN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He always steals his friend's thunder.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 Spill the beans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 To tell a secret.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Don't trust him, he can spill the beans any time.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 Eat like a bird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 To eat very small amount of food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My sister eats like a bird.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Eat like a horse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 To eat large amount of food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Most of people eat like horse in the marriage function.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Blessing in disguise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 A seeming misfortune that turns out to be for the best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Her divorce was blessing in disguise because after divorce she came to know that her ex-husband was a love rat.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To pull someone's leg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 To make fun of someone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My friend always pull my leg.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To rain cats and dogs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 To rain very heavily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It has been raining cats and dogs for two days.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Bread and butter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 Someone's livelihood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Due to covid-19 pandemic, so many people lost their bread and butter.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A dog in the manger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A person who tries to keep others from having, using, or enjoying something even though he or she does not actually want or need it himself or herself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My brother is a dog in the manger because he does not use his phone and he does not let me use.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To sleep like a log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To have sound sleep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Dasa was sleeping like a log when the cobra got into the compound.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To become a killjoy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A person who prevents others from having fun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My friend always becomes a killjoy when we go for date.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Reinvent the wheel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To waste time by reproducing something that already exists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Mom, I have cooked the food, why are you reinventing the wheel?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A white lie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A harmless lie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Sometimes in life, we have tell a white lie.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About to (do something)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To be on the point of doing something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I was about to call you.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</a:t>
            </a:r>
            <a:r>
              <a:rPr lang="en-IN" altLang="en-US" sz="3600" b="1">
                <a:solidFill>
                  <a:srgbClr val="FF0000"/>
                </a:solidFill>
              </a:rPr>
              <a:t> According to (someone or something)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>
                <a:solidFill>
                  <a:srgbClr val="7030A0"/>
                </a:solidFill>
              </a:rPr>
              <a:t> As said or told by someone, in agreement with something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According to me, life is beautiful gift given to us by God.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All of a sudden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 </a:t>
            </a:r>
            <a:r>
              <a:rPr lang="en-IN" altLang="en-US">
                <a:solidFill>
                  <a:srgbClr val="7030A0"/>
                </a:solidFill>
              </a:rPr>
              <a:t>Suddenly, without advance warning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All of a sudden, he left the meeting.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As far as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To the extent or degree of something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As far as I know, he is from Mumbai. 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As long as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Providing that, on condition that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As long as you promise to be careful, you can borrow my bike.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As soon as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Just after something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As soon as he completed his homework, he started playing the game.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As well as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In addition to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She gave the beggar some money as well as some clothes.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      As well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Also, too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Along with dance, she is learning singing as well.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  Back and forth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Backwards and forwards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The argument went back and forth before the judge made a decision.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By the way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It is used to introduce a topic not directly connected with what was being spoken about previously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By the way, when will you get married?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Get back to ( something)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To return to something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After a long vacation, they got back to work.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Get into (something)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To involved in something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He never gets into argement with his friends.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</a:t>
            </a:r>
            <a:r>
              <a:rPr lang="en-IN" altLang="en-US" sz="3600" b="1">
                <a:solidFill>
                  <a:srgbClr val="FF0000"/>
                </a:solidFill>
              </a:rPr>
              <a:t> Fed up with (something/someone)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To be very tired of something or someone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This bike frequently breaks down, I am fed up with it.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</a:t>
            </a:r>
            <a:r>
              <a:rPr lang="en-IN" altLang="en-US" sz="3600" b="1">
                <a:solidFill>
                  <a:srgbClr val="FF0000"/>
                </a:solidFill>
              </a:rPr>
              <a:t> Get rid of (something or someone)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To make yourself free from something or somebody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I am fed up with my friend, now I want to get rid of him.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Fond of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To like someone or something very much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She is fond of singing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In the habit of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You do it regularly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He is in the habit of telling lie.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 Instead of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In place of someone or something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I take tea instead of milk.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On the contrary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Opposite of what just been stated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He is not helping you;on the contrary,he is entrapping you.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Can't help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Not to be able to control or stop something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I can't help eating sweet.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   On behalf of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As a representative of ,on the part of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I attended the function on behalf of my father.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   In order to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For the purpose of something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Our parents sacrifice their comforts in order to give us comforts.</a:t>
            </a: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   With reference to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 In relation to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With reference to our conversation last week, I am sending my brother to your home.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endParaRPr lang="en-US" altLang="en-IN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        </a:t>
            </a:r>
            <a:r>
              <a:rPr lang="en-IN" altLang="en-US" sz="3600" b="1">
                <a:solidFill>
                  <a:srgbClr val="FF0000"/>
                </a:solidFill>
              </a:rPr>
              <a:t>       In the favour of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In support, to the advantage of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Don't take the decision in favour of your brother otherwise people will doubt you.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</a:t>
            </a:r>
            <a:r>
              <a:rPr lang="en-IN" altLang="en-US" sz="3600" b="1">
                <a:solidFill>
                  <a:srgbClr val="FF0000"/>
                </a:solidFill>
              </a:rPr>
              <a:t> For the sake of / For one's sake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For the purpose of, In order to help,improve,or please someone or something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For sake of success, do exactly what I am saying.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                 For my mother's sake, I cooked this food.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                  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     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05" y="878840"/>
            <a:ext cx="11066780" cy="4720590"/>
          </a:xfrm>
        </p:spPr>
        <p:txBody>
          <a:bodyPr/>
          <a:p>
            <a:pPr marL="0" indent="0">
              <a:buNone/>
            </a:pPr>
            <a:r>
              <a:rPr lang="en-IN" altLang="en-US"/>
              <a:t>                   </a:t>
            </a:r>
            <a:r>
              <a:rPr lang="en-IN" altLang="en-US" sz="3600" b="1">
                <a:solidFill>
                  <a:srgbClr val="FF0000"/>
                </a:solidFill>
              </a:rPr>
              <a:t> By all means / At anyhow</a:t>
            </a:r>
            <a:endParaRPr lang="en-IN" altLang="en-US" sz="36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Meaning </a:t>
            </a:r>
            <a:r>
              <a:rPr lang="en-IN" altLang="en-US">
                <a:solidFill>
                  <a:srgbClr val="00B0F0"/>
                </a:solidFill>
              </a:rPr>
              <a:t>:</a:t>
            </a:r>
            <a:r>
              <a:rPr lang="en-IN" altLang="en-US"/>
              <a:t> </a:t>
            </a:r>
            <a:r>
              <a:rPr lang="en-IN" altLang="en-US">
                <a:solidFill>
                  <a:srgbClr val="7030A0"/>
                </a:solidFill>
              </a:rPr>
              <a:t>In any way possible, absolutely, certainly</a:t>
            </a:r>
            <a:endParaRPr lang="en-IN" altLang="en-US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 b="1">
                <a:solidFill>
                  <a:srgbClr val="00B0F0"/>
                </a:solidFill>
              </a:rPr>
              <a:t>Example </a:t>
            </a: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: I will have to complete this project before Sunday by all means.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          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                  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r>
              <a:rPr lang="en-IN" altLang="en-US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     </a:t>
            </a:r>
            <a:endParaRPr lang="en-IN" altLang="en-US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ata Pie Charts">
  <a:themeElements>
    <a:clrScheme name="Data Pie Chart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Data Pie Chart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Data Pie Char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14566</Words>
  <Application>WPS Presentation</Application>
  <PresentationFormat>Widescreen</PresentationFormat>
  <Paragraphs>560</Paragraphs>
  <Slides>90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90</vt:i4>
      </vt:variant>
    </vt:vector>
  </HeadingPairs>
  <TitlesOfParts>
    <vt:vector size="98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Data Pie Charts</vt:lpstr>
      <vt:lpstr>IDIOMS &amp; PHRASES </vt:lpstr>
      <vt:lpstr>                          WHAT IS PHRASE</vt:lpstr>
      <vt:lpstr>                          WHAT IS IDIOM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IDIOMS</dc:title>
  <dc:creator/>
  <cp:lastModifiedBy>Paresh Parmar</cp:lastModifiedBy>
  <cp:revision>88</cp:revision>
  <dcterms:created xsi:type="dcterms:W3CDTF">2020-10-07T08:03:00Z</dcterms:created>
  <dcterms:modified xsi:type="dcterms:W3CDTF">2020-11-07T09:27:44Z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1033-11.2.0.9739</vt:lpwstr>
  </property>
</Properties>
</file>